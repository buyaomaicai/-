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7"/>
  </p:notesMasterIdLst>
  <p:sldIdLst>
    <p:sldId id="263" r:id="rId5"/>
    <p:sldId id="264" r:id="rId6"/>
    <p:sldId id="256" r:id="rId8"/>
    <p:sldId id="265" r:id="rId9"/>
    <p:sldId id="259" r:id="rId10"/>
    <p:sldId id="261" r:id="rId11"/>
    <p:sldId id="258" r:id="rId12"/>
    <p:sldId id="257" r:id="rId13"/>
    <p:sldId id="262" r:id="rId14"/>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38" y="-102"/>
      </p:cViewPr>
      <p:guideLst>
        <p:guide orient="horz" pos="2205"/>
        <p:guide pos="2903"/>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image" Target="../media/image1.jpeg"/><Relationship Id="rId2" Type="http://schemas.openxmlformats.org/officeDocument/2006/relationships/tags" Target="../tags/tag8.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1.jpeg"/><Relationship Id="rId2" Type="http://schemas.openxmlformats.org/officeDocument/2006/relationships/tags" Target="../tags/tag15.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22.xml"/><Relationship Id="rId3" Type="http://schemas.openxmlformats.org/officeDocument/2006/relationships/image" Target="../media/image1.jpeg"/><Relationship Id="rId2" Type="http://schemas.openxmlformats.org/officeDocument/2006/relationships/tags" Target="../tags/tag21.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image" Target="../media/image1.jpeg"/><Relationship Id="rId2" Type="http://schemas.openxmlformats.org/officeDocument/2006/relationships/tags" Target="../tags/tag29.xml"/><Relationship Id="rId10" Type="http://schemas.openxmlformats.org/officeDocument/2006/relationships/tags" Target="../tags/tag36.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1.jpeg"/><Relationship Id="rId2" Type="http://schemas.openxmlformats.org/officeDocument/2006/relationships/tags" Target="../tags/tag3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image" Target="../media/image1.jpeg"/><Relationship Id="rId2" Type="http://schemas.openxmlformats.org/officeDocument/2006/relationships/tags" Target="../tags/tag47.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image" Target="../media/image1.jpeg"/><Relationship Id="rId2" Type="http://schemas.openxmlformats.org/officeDocument/2006/relationships/tags" Target="../tags/tag53.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image" Target="../media/image1.jpeg"/><Relationship Id="rId2" Type="http://schemas.openxmlformats.org/officeDocument/2006/relationships/tags" Target="../tags/tag57.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image" Target="../media/image1.jpeg"/><Relationship Id="rId2" Type="http://schemas.openxmlformats.org/officeDocument/2006/relationships/tags" Target="../tags/tag62.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image" Target="../media/image1.jpeg"/><Relationship Id="rId2" Type="http://schemas.openxmlformats.org/officeDocument/2006/relationships/tags" Target="../tags/tag69.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atin typeface="+mn-lt"/>
              </a:defRPr>
            </a:lvl1pPr>
          </a:lstStyle>
          <a:p>
            <a:pPr lvl="0"/>
            <a:endParaRPr lang="zh-CN" altLang="en-US"/>
          </a:p>
        </p:txBody>
      </p:sp>
      <p:sp>
        <p:nvSpPr>
          <p:cNvPr id="6" name="页脚占位符 5"/>
          <p:cNvSpPr>
            <a:spLocks noGrp="1"/>
          </p:cNvSpPr>
          <p:nvPr>
            <p:ph type="ftr" sz="quarter" idx="11"/>
          </p:nvPr>
        </p:nvSpPr>
        <p:spPr/>
        <p:txBody>
          <a:bodyPr/>
          <a:lstStyle>
            <a:lvl1pPr>
              <a:defRPr>
                <a:latin typeface="+mn-lt"/>
              </a:defRPr>
            </a:lvl1pPr>
          </a:lstStyle>
          <a:p>
            <a:pPr lvl="0"/>
            <a:endParaRPr lang="zh-CN" altLang="en-US"/>
          </a:p>
        </p:txBody>
      </p:sp>
      <p:sp>
        <p:nvSpPr>
          <p:cNvPr id="7" name="灯片编号占位符 6"/>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atin typeface="+mn-lt"/>
              </a:defRPr>
            </a:lvl1pPr>
          </a:lstStyle>
          <a:p>
            <a:pPr lvl="0"/>
            <a:endParaRPr lang="zh-CN" altLang="en-US"/>
          </a:p>
        </p:txBody>
      </p:sp>
      <p:sp>
        <p:nvSpPr>
          <p:cNvPr id="8" name="页脚占位符 7"/>
          <p:cNvSpPr>
            <a:spLocks noGrp="1"/>
          </p:cNvSpPr>
          <p:nvPr>
            <p:ph type="ftr" sz="quarter" idx="11"/>
          </p:nvPr>
        </p:nvSpPr>
        <p:spPr/>
        <p:txBody>
          <a:bodyPr/>
          <a:lstStyle>
            <a:lvl1pPr>
              <a:defRPr>
                <a:latin typeface="+mn-lt"/>
              </a:defRPr>
            </a:lvl1pPr>
          </a:lstStyle>
          <a:p>
            <a:pPr lvl="0"/>
            <a:endParaRPr lang="zh-CN" altLang="en-US"/>
          </a:p>
        </p:txBody>
      </p:sp>
      <p:sp>
        <p:nvSpPr>
          <p:cNvPr id="9" name="灯片编号占位符 8"/>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atin typeface="+mn-lt"/>
              </a:defRPr>
            </a:lvl1pPr>
          </a:lstStyle>
          <a:p>
            <a:pPr lvl="0"/>
            <a:endParaRPr lang="zh-CN" altLang="en-US"/>
          </a:p>
        </p:txBody>
      </p:sp>
      <p:sp>
        <p:nvSpPr>
          <p:cNvPr id="4" name="页脚占位符 3"/>
          <p:cNvSpPr>
            <a:spLocks noGrp="1"/>
          </p:cNvSpPr>
          <p:nvPr>
            <p:ph type="ftr" sz="quarter" idx="11"/>
          </p:nvPr>
        </p:nvSpPr>
        <p:spPr/>
        <p:txBody>
          <a:bodyPr/>
          <a:lstStyle>
            <a:lvl1pPr>
              <a:defRPr>
                <a:latin typeface="+mn-lt"/>
              </a:defRPr>
            </a:lvl1pPr>
          </a:lstStyle>
          <a:p>
            <a:pPr lvl="0"/>
            <a:endParaRPr lang="zh-CN" altLang="en-US"/>
          </a:p>
        </p:txBody>
      </p:sp>
      <p:sp>
        <p:nvSpPr>
          <p:cNvPr id="5" name="灯片编号占位符 4"/>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mn-lt"/>
              </a:defRPr>
            </a:lvl1pPr>
          </a:lstStyle>
          <a:p>
            <a:pPr lvl="0"/>
            <a:endParaRPr lang="zh-CN" altLang="en-US"/>
          </a:p>
        </p:txBody>
      </p:sp>
      <p:sp>
        <p:nvSpPr>
          <p:cNvPr id="3" name="页脚占位符 2"/>
          <p:cNvSpPr>
            <a:spLocks noGrp="1"/>
          </p:cNvSpPr>
          <p:nvPr>
            <p:ph type="ftr" sz="quarter" idx="11"/>
          </p:nvPr>
        </p:nvSpPr>
        <p:spPr/>
        <p:txBody>
          <a:bodyPr/>
          <a:lstStyle>
            <a:lvl1pPr>
              <a:defRPr>
                <a:latin typeface="+mn-lt"/>
              </a:defRPr>
            </a:lvl1pPr>
          </a:lstStyle>
          <a:p>
            <a:pPr lvl="0"/>
            <a:endParaRPr lang="zh-CN" altLang="en-US"/>
          </a:p>
        </p:txBody>
      </p:sp>
      <p:sp>
        <p:nvSpPr>
          <p:cNvPr id="4" name="灯片编号占位符 3"/>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atin typeface="+mn-lt"/>
              </a:defRPr>
            </a:lvl1pPr>
          </a:lstStyle>
          <a:p>
            <a:pPr lvl="0"/>
            <a:endParaRPr lang="zh-CN" altLang="en-US"/>
          </a:p>
        </p:txBody>
      </p:sp>
      <p:sp>
        <p:nvSpPr>
          <p:cNvPr id="6" name="页脚占位符 5"/>
          <p:cNvSpPr>
            <a:spLocks noGrp="1"/>
          </p:cNvSpPr>
          <p:nvPr>
            <p:ph type="ftr" sz="quarter" idx="11"/>
          </p:nvPr>
        </p:nvSpPr>
        <p:spPr/>
        <p:txBody>
          <a:bodyPr/>
          <a:lstStyle>
            <a:lvl1pPr>
              <a:defRPr>
                <a:latin typeface="+mn-lt"/>
              </a:defRPr>
            </a:lvl1pPr>
          </a:lstStyle>
          <a:p>
            <a:pPr lvl="0"/>
            <a:endParaRPr lang="zh-CN" altLang="en-US"/>
          </a:p>
        </p:txBody>
      </p:sp>
      <p:sp>
        <p:nvSpPr>
          <p:cNvPr id="7" name="灯片编号占位符 6"/>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atin typeface="+mn-lt"/>
              </a:defRPr>
            </a:lvl1pPr>
          </a:lstStyle>
          <a:p>
            <a:pPr lvl="0"/>
            <a:endParaRPr lang="zh-CN" altLang="en-US"/>
          </a:p>
        </p:txBody>
      </p:sp>
      <p:sp>
        <p:nvSpPr>
          <p:cNvPr id="6" name="页脚占位符 5"/>
          <p:cNvSpPr>
            <a:spLocks noGrp="1"/>
          </p:cNvSpPr>
          <p:nvPr>
            <p:ph type="ftr" sz="quarter" idx="11"/>
          </p:nvPr>
        </p:nvSpPr>
        <p:spPr/>
        <p:txBody>
          <a:bodyPr/>
          <a:lstStyle>
            <a:lvl1pPr>
              <a:defRPr>
                <a:latin typeface="+mn-lt"/>
              </a:defRPr>
            </a:lvl1pPr>
          </a:lstStyle>
          <a:p>
            <a:pPr lvl="0"/>
            <a:endParaRPr lang="zh-CN" altLang="en-US"/>
          </a:p>
        </p:txBody>
      </p:sp>
      <p:sp>
        <p:nvSpPr>
          <p:cNvPr id="7" name="灯片编号占位符 6"/>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atin typeface="+mn-lt"/>
              </a:defRPr>
            </a:lvl1pPr>
          </a:lstStyle>
          <a:p>
            <a:pPr lvl="0"/>
            <a:endParaRPr lang="zh-CN" altLang="en-US"/>
          </a:p>
        </p:txBody>
      </p:sp>
      <p:sp>
        <p:nvSpPr>
          <p:cNvPr id="6" name="页脚占位符 5"/>
          <p:cNvSpPr>
            <a:spLocks noGrp="1"/>
          </p:cNvSpPr>
          <p:nvPr>
            <p:ph type="ftr" sz="quarter" idx="11"/>
          </p:nvPr>
        </p:nvSpPr>
        <p:spPr/>
        <p:txBody>
          <a:bodyPr/>
          <a:lstStyle>
            <a:lvl1pPr>
              <a:defRPr>
                <a:latin typeface="+mn-lt"/>
              </a:defRPr>
            </a:lvl1pPr>
          </a:lstStyle>
          <a:p>
            <a:pPr lvl="0"/>
            <a:endParaRPr lang="zh-CN" altLang="en-US"/>
          </a:p>
        </p:txBody>
      </p:sp>
      <p:sp>
        <p:nvSpPr>
          <p:cNvPr id="7" name="灯片编号占位符 6"/>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atin typeface="+mn-lt"/>
              </a:defRPr>
            </a:lvl1pPr>
          </a:lstStyle>
          <a:p>
            <a:pPr lvl="0"/>
            <a:endParaRPr lang="zh-CN" altLang="en-US"/>
          </a:p>
        </p:txBody>
      </p:sp>
      <p:sp>
        <p:nvSpPr>
          <p:cNvPr id="8" name="页脚占位符 7"/>
          <p:cNvSpPr>
            <a:spLocks noGrp="1"/>
          </p:cNvSpPr>
          <p:nvPr>
            <p:ph type="ftr" sz="quarter" idx="11"/>
          </p:nvPr>
        </p:nvSpPr>
        <p:spPr/>
        <p:txBody>
          <a:bodyPr/>
          <a:lstStyle>
            <a:lvl1pPr>
              <a:defRPr>
                <a:latin typeface="+mn-lt"/>
              </a:defRPr>
            </a:lvl1pPr>
          </a:lstStyle>
          <a:p>
            <a:pPr lvl="0"/>
            <a:endParaRPr lang="zh-CN" altLang="en-US"/>
          </a:p>
        </p:txBody>
      </p:sp>
      <p:sp>
        <p:nvSpPr>
          <p:cNvPr id="9" name="灯片编号占位符 8"/>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atin typeface="+mn-lt"/>
              </a:defRPr>
            </a:lvl1pPr>
          </a:lstStyle>
          <a:p>
            <a:pPr lvl="0"/>
            <a:endParaRPr lang="zh-CN" altLang="en-US"/>
          </a:p>
        </p:txBody>
      </p:sp>
      <p:sp>
        <p:nvSpPr>
          <p:cNvPr id="4" name="页脚占位符 3"/>
          <p:cNvSpPr>
            <a:spLocks noGrp="1"/>
          </p:cNvSpPr>
          <p:nvPr>
            <p:ph type="ftr" sz="quarter" idx="11"/>
          </p:nvPr>
        </p:nvSpPr>
        <p:spPr/>
        <p:txBody>
          <a:bodyPr/>
          <a:lstStyle>
            <a:lvl1pPr>
              <a:defRPr>
                <a:latin typeface="+mn-lt"/>
              </a:defRPr>
            </a:lvl1pPr>
          </a:lstStyle>
          <a:p>
            <a:pPr lvl="0"/>
            <a:endParaRPr lang="zh-CN" altLang="en-US"/>
          </a:p>
        </p:txBody>
      </p:sp>
      <p:sp>
        <p:nvSpPr>
          <p:cNvPr id="5" name="灯片编号占位符 4"/>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mn-lt"/>
              </a:defRPr>
            </a:lvl1pPr>
          </a:lstStyle>
          <a:p>
            <a:pPr lvl="0"/>
            <a:endParaRPr lang="zh-CN" altLang="en-US"/>
          </a:p>
        </p:txBody>
      </p:sp>
      <p:sp>
        <p:nvSpPr>
          <p:cNvPr id="3" name="页脚占位符 2"/>
          <p:cNvSpPr>
            <a:spLocks noGrp="1"/>
          </p:cNvSpPr>
          <p:nvPr>
            <p:ph type="ftr" sz="quarter" idx="11"/>
          </p:nvPr>
        </p:nvSpPr>
        <p:spPr/>
        <p:txBody>
          <a:bodyPr/>
          <a:lstStyle>
            <a:lvl1pPr>
              <a:defRPr>
                <a:latin typeface="+mn-lt"/>
              </a:defRPr>
            </a:lvl1pPr>
          </a:lstStyle>
          <a:p>
            <a:pPr lvl="0"/>
            <a:endParaRPr lang="zh-CN" altLang="en-US"/>
          </a:p>
        </p:txBody>
      </p:sp>
      <p:sp>
        <p:nvSpPr>
          <p:cNvPr id="4" name="灯片编号占位符 3"/>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atin typeface="+mn-lt"/>
              </a:defRPr>
            </a:lvl1pPr>
          </a:lstStyle>
          <a:p>
            <a:pPr lvl="0"/>
            <a:endParaRPr lang="zh-CN" altLang="en-US"/>
          </a:p>
        </p:txBody>
      </p:sp>
      <p:sp>
        <p:nvSpPr>
          <p:cNvPr id="6" name="页脚占位符 5"/>
          <p:cNvSpPr>
            <a:spLocks noGrp="1"/>
          </p:cNvSpPr>
          <p:nvPr>
            <p:ph type="ftr" sz="quarter" idx="11"/>
          </p:nvPr>
        </p:nvSpPr>
        <p:spPr/>
        <p:txBody>
          <a:bodyPr/>
          <a:lstStyle>
            <a:lvl1pPr>
              <a:defRPr>
                <a:latin typeface="+mn-lt"/>
              </a:defRPr>
            </a:lvl1pPr>
          </a:lstStyle>
          <a:p>
            <a:pPr lvl="0"/>
            <a:endParaRPr lang="zh-CN" altLang="en-US"/>
          </a:p>
        </p:txBody>
      </p:sp>
      <p:sp>
        <p:nvSpPr>
          <p:cNvPr id="7" name="灯片编号占位符 6"/>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atin typeface="+mn-lt"/>
              </a:defRPr>
            </a:lvl1pPr>
          </a:lstStyle>
          <a:p>
            <a:pPr lvl="0"/>
            <a:endParaRPr lang="zh-CN" altLang="en-US"/>
          </a:p>
        </p:txBody>
      </p:sp>
      <p:sp>
        <p:nvSpPr>
          <p:cNvPr id="6" name="页脚占位符 5"/>
          <p:cNvSpPr>
            <a:spLocks noGrp="1"/>
          </p:cNvSpPr>
          <p:nvPr>
            <p:ph type="ftr" sz="quarter" idx="11"/>
          </p:nvPr>
        </p:nvSpPr>
        <p:spPr/>
        <p:txBody>
          <a:bodyPr/>
          <a:lstStyle>
            <a:lvl1pPr>
              <a:defRPr>
                <a:latin typeface="+mn-lt"/>
              </a:defRPr>
            </a:lvl1pPr>
          </a:lstStyle>
          <a:p>
            <a:pPr lvl="0"/>
            <a:endParaRPr lang="zh-CN" altLang="en-US"/>
          </a:p>
        </p:txBody>
      </p:sp>
      <p:sp>
        <p:nvSpPr>
          <p:cNvPr id="7" name="灯片编号占位符 6"/>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mn-lt"/>
              </a:defRPr>
            </a:lvl1pPr>
          </a:lstStyle>
          <a:p>
            <a:pPr lvl="0"/>
            <a:endParaRPr lang="zh-CN" altLang="en-US"/>
          </a:p>
        </p:txBody>
      </p:sp>
      <p:sp>
        <p:nvSpPr>
          <p:cNvPr id="5" name="页脚占位符 4"/>
          <p:cNvSpPr>
            <a:spLocks noGrp="1"/>
          </p:cNvSpPr>
          <p:nvPr>
            <p:ph type="ftr" sz="quarter" idx="11"/>
          </p:nvPr>
        </p:nvSpPr>
        <p:spPr/>
        <p:txBody>
          <a:bodyPr/>
          <a:lstStyle>
            <a:lvl1pPr>
              <a:defRPr>
                <a:latin typeface="+mn-lt"/>
              </a:defRPr>
            </a:lvl1pPr>
          </a:lstStyle>
          <a:p>
            <a:pPr lvl="0"/>
            <a:endParaRPr lang="zh-CN" altLang="en-US"/>
          </a:p>
        </p:txBody>
      </p:sp>
      <p:sp>
        <p:nvSpPr>
          <p:cNvPr id="6" name="灯片编号占位符 5"/>
          <p:cNvSpPr>
            <a:spLocks noGrp="1"/>
          </p:cNvSpPr>
          <p:nvPr>
            <p:ph type="sldNum" sz="quarter" idx="12"/>
          </p:nvPr>
        </p:nvSpPr>
        <p:spPr/>
        <p:txBody>
          <a:bodyPr/>
          <a:lstStyle>
            <a:lvl1pPr>
              <a:defRPr>
                <a:latin typeface="+mn-lt"/>
              </a:defRPr>
            </a:lvl1pPr>
          </a:lstStyle>
          <a:p>
            <a:pPr lvl="0"/>
            <a:fld id="{9A0DB2DC-4C9A-4742-B13C-FB6460FD350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4"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9144000" cy="6858000"/>
          </a:xfrm>
          <a:prstGeom prst="rect">
            <a:avLst/>
          </a:prstGeom>
        </p:spPr>
      </p:pic>
      <p:sp>
        <p:nvSpPr>
          <p:cNvPr id="9" name="署名"/>
          <p:cNvSpPr txBox="1">
            <a:spLocks noGrp="1"/>
          </p:cNvSpPr>
          <p:nvPr>
            <p:ph type="body" idx="3" hasCustomPrompt="1"/>
            <p:custDataLst>
              <p:tags r:id="rId4"/>
            </p:custDataLst>
          </p:nvPr>
        </p:nvSpPr>
        <p:spPr>
          <a:xfrm>
            <a:off x="678656" y="4060349"/>
            <a:ext cx="1514475" cy="362903"/>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05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a:sym typeface="+mn-ea"/>
              </a:rPr>
              <a:t>单击此处编辑文本</a:t>
            </a:r>
            <a:endParaRPr>
              <a:sym typeface="+mn-ea"/>
            </a:endParaRPr>
          </a:p>
        </p:txBody>
      </p:sp>
      <p:sp>
        <p:nvSpPr>
          <p:cNvPr id="8" name="标题"/>
          <p:cNvSpPr txBox="1">
            <a:spLocks noGrp="1"/>
          </p:cNvSpPr>
          <p:nvPr>
            <p:ph type="title" idx="2" hasCustomPrompt="1"/>
            <p:custDataLst>
              <p:tags r:id="rId5"/>
            </p:custDataLst>
          </p:nvPr>
        </p:nvSpPr>
        <p:spPr>
          <a:xfrm>
            <a:off x="678656" y="2607469"/>
            <a:ext cx="5678329" cy="892493"/>
          </a:xfrm>
          <a:prstGeom prst="rect">
            <a:avLst/>
          </a:prstGeom>
          <a:noFill/>
        </p:spPr>
        <p:txBody>
          <a:bodyPr vert="horz"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zh-CN" altLang="en-US" sz="45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正文"/>
          <p:cNvSpPr txBox="1">
            <a:spLocks noGrp="1"/>
          </p:cNvSpPr>
          <p:nvPr>
            <p:ph type="body" idx="1" hasCustomPrompt="1"/>
            <p:custDataLst>
              <p:tags r:id="rId6"/>
            </p:custDataLst>
          </p:nvPr>
        </p:nvSpPr>
        <p:spPr>
          <a:xfrm>
            <a:off x="678656" y="1769507"/>
            <a:ext cx="5678329" cy="478631"/>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18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单击此处编辑母版副标题样式</a:t>
            </a:r>
            <a:endParaRPr dirty="0">
              <a:sym typeface="+mn-ea"/>
            </a:endParaRPr>
          </a:p>
        </p:txBody>
      </p:sp>
      <p:sp>
        <p:nvSpPr>
          <p:cNvPr id="4" name="日期占位符 3"/>
          <p:cNvSpPr>
            <a:spLocks noGrp="1"/>
          </p:cNvSpPr>
          <p:nvPr>
            <p:ph type="dt" sz="half" idx="10"/>
            <p:custDataLst>
              <p:tags r:id="rId7"/>
            </p:custDataLst>
          </p:nvPr>
        </p:nvSpPr>
        <p:spPr>
          <a:xfrm>
            <a:off x="628650" y="6401991"/>
            <a:ext cx="2057400" cy="273844"/>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6457950" y="6401991"/>
            <a:ext cx="2057400"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10" name="PA-图片 4"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PA-正文"/>
          <p:cNvSpPr txBox="1">
            <a:spLocks noGrp="1"/>
          </p:cNvSpPr>
          <p:nvPr>
            <p:ph idx="3"/>
            <p:custDataLst>
              <p:tags r:id="rId4"/>
            </p:custDataLst>
          </p:nvPr>
        </p:nvSpPr>
        <p:spPr>
          <a:xfrm>
            <a:off x="521494" y="1861582"/>
            <a:ext cx="8100536" cy="3698081"/>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900"/>
              </a:spcBef>
              <a:spcAft>
                <a:spcPts val="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iSans Heavy" panose="00000A00000000000000" charset="-122"/>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spcBef>
                <a:spcPts val="1200"/>
              </a:spcBef>
              <a:spcAft>
                <a:spcPts val="0"/>
              </a:spcAft>
            </a:pPr>
            <a:r>
              <a:rPr dirty="0">
                <a:sym typeface="+mn-ea"/>
              </a:rPr>
              <a:t>单击此处编辑母版文本样式</a:t>
            </a:r>
            <a:endParaRPr dirty="0">
              <a:sym typeface="+mn-ea"/>
            </a:endParaRPr>
          </a:p>
          <a:p>
            <a:pPr lvl="1">
              <a:spcBef>
                <a:spcPts val="1200"/>
              </a:spcBef>
              <a:spcAft>
                <a:spcPts val="0"/>
              </a:spcAft>
            </a:pPr>
            <a:r>
              <a:rPr dirty="0" err="1">
                <a:sym typeface="+mn-ea"/>
              </a:rPr>
              <a:t>第二级</a:t>
            </a:r>
            <a:endParaRPr dirty="0">
              <a:sym typeface="+mn-ea"/>
            </a:endParaRPr>
          </a:p>
          <a:p>
            <a:pPr lvl="2">
              <a:spcBef>
                <a:spcPts val="1200"/>
              </a:spcBef>
              <a:spcAft>
                <a:spcPts val="0"/>
              </a:spcAft>
            </a:pPr>
            <a:r>
              <a:rPr dirty="0" err="1">
                <a:sym typeface="+mn-ea"/>
              </a:rPr>
              <a:t>第三级</a:t>
            </a:r>
            <a:endParaRPr dirty="0">
              <a:sym typeface="+mn-ea"/>
            </a:endParaRPr>
          </a:p>
          <a:p>
            <a:pPr lvl="3">
              <a:spcBef>
                <a:spcPts val="1200"/>
              </a:spcBef>
              <a:spcAft>
                <a:spcPts val="0"/>
              </a:spcAft>
            </a:pPr>
            <a:r>
              <a:rPr dirty="0" err="1">
                <a:sym typeface="+mn-ea"/>
              </a:rPr>
              <a:t>第四级</a:t>
            </a:r>
            <a:endParaRPr dirty="0">
              <a:sym typeface="+mn-ea"/>
            </a:endParaRPr>
          </a:p>
          <a:p>
            <a:pPr lvl="4">
              <a:spcBef>
                <a:spcPts val="1200"/>
              </a:spcBef>
              <a:spcAft>
                <a:spcPts val="0"/>
              </a:spcAft>
            </a:pPr>
            <a:r>
              <a:rPr dirty="0" err="1">
                <a:sym typeface="+mn-ea"/>
              </a:rPr>
              <a:t>第五级</a:t>
            </a:r>
            <a:endParaRPr dirty="0">
              <a:sym typeface="+mn-ea"/>
            </a:endParaRPr>
          </a:p>
        </p:txBody>
      </p:sp>
      <p:sp>
        <p:nvSpPr>
          <p:cNvPr id="8" name="PA-标题"/>
          <p:cNvSpPr txBox="1">
            <a:spLocks noGrp="1"/>
          </p:cNvSpPr>
          <p:nvPr>
            <p:ph type="title" idx="2"/>
            <p:custDataLst>
              <p:tags r:id="rId5"/>
            </p:custDataLst>
          </p:nvPr>
        </p:nvSpPr>
        <p:spPr>
          <a:xfrm>
            <a:off x="651986" y="596821"/>
            <a:ext cx="7969568" cy="437674"/>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0" normalizeH="0" baseline="0" noProof="1" dirty="0">
                <a:solidFill>
                  <a:schemeClr val="accent1"/>
                </a:solidFill>
                <a:latin typeface="+mj-lt"/>
                <a:ea typeface="+mj-ea"/>
                <a:cs typeface="MiSans Heavy" panose="00000A00000000000000" charset="-122"/>
                <a:sym typeface="+mn-ea"/>
              </a:defRPr>
            </a:lvl1pPr>
          </a:lstStyle>
          <a:p>
            <a:pPr lvl="0" algn="l">
              <a:buClrTx/>
              <a:buSzTx/>
              <a:buFontTx/>
            </a:pPr>
            <a:r>
              <a:rPr dirty="0">
                <a:sym typeface="+mn-ea"/>
              </a:rPr>
              <a:t>单击此处编辑母版标题样式</a:t>
            </a:r>
            <a:endParaRPr dirty="0">
              <a:sym typeface="+mn-ea"/>
            </a:endParaRPr>
          </a:p>
        </p:txBody>
      </p:sp>
      <p:sp>
        <p:nvSpPr>
          <p:cNvPr id="7" name="PA-矩形 1"/>
          <p:cNvSpPr/>
          <p:nvPr userDrawn="1">
            <p:custDataLst>
              <p:tags r:id="rId6"/>
            </p:custDataLst>
          </p:nvPr>
        </p:nvSpPr>
        <p:spPr>
          <a:xfrm>
            <a:off x="433864" y="653440"/>
            <a:ext cx="81000" cy="324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4" name="日期占位符 3"/>
          <p:cNvSpPr>
            <a:spLocks noGrp="1"/>
          </p:cNvSpPr>
          <p:nvPr>
            <p:ph type="dt" sz="half" idx="10"/>
            <p:custDataLst>
              <p:tags r:id="rId7"/>
            </p:custDataLst>
          </p:nvPr>
        </p:nvSpPr>
        <p:spPr>
          <a:xfrm>
            <a:off x="524351" y="6401991"/>
            <a:ext cx="2161699" cy="273844"/>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6457950" y="6401991"/>
            <a:ext cx="2160746"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7" name="图片 36"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2" hasCustomPrompt="1"/>
            <p:custDataLst>
              <p:tags r:id="rId4"/>
            </p:custDataLst>
          </p:nvPr>
        </p:nvSpPr>
        <p:spPr>
          <a:xfrm>
            <a:off x="599123" y="566738"/>
            <a:ext cx="1399699" cy="257175"/>
          </a:xfrm>
          <a:prstGeom prst="rect">
            <a:avLst/>
          </a:prstGeom>
          <a:noFill/>
        </p:spPr>
        <p:txBody>
          <a:bodyPr vert="horz" wrap="square" lIns="107950" tIns="0" rIns="91440" bIns="0" rtlCol="0" anchor="b" anchorCtr="0">
            <a:normAutofit/>
          </a:bodyPr>
          <a:lstStyle>
            <a:lvl1pPr marL="0" marR="0" lvl="0" algn="l" defTabSz="914400" rtl="0" eaLnBrk="1" fontAlgn="auto" latinLnBrk="0" hangingPunct="1">
              <a:lnSpc>
                <a:spcPct val="100000"/>
              </a:lnSpc>
              <a:buClrTx/>
              <a:buSzTx/>
              <a:buFontTx/>
              <a:buNone/>
              <a:defRPr kumimoji="0" lang="en-US" altLang="zh-CN" sz="135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单击编辑副标题</a:t>
            </a:r>
            <a:endParaRPr dirty="0">
              <a:sym typeface="+mn-ea"/>
            </a:endParaRPr>
          </a:p>
        </p:txBody>
      </p:sp>
      <p:sp>
        <p:nvSpPr>
          <p:cNvPr id="6" name="标题"/>
          <p:cNvSpPr txBox="1">
            <a:spLocks noGrp="1"/>
          </p:cNvSpPr>
          <p:nvPr>
            <p:ph type="title" idx="1" hasCustomPrompt="1"/>
            <p:custDataLst>
              <p:tags r:id="rId5"/>
            </p:custDataLst>
          </p:nvPr>
        </p:nvSpPr>
        <p:spPr>
          <a:xfrm>
            <a:off x="599123" y="999252"/>
            <a:ext cx="1399699" cy="794861"/>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altLang="en-US" sz="4500" b="1" i="0" u="none" strike="noStrike" kern="1200" cap="none" spc="0" normalizeH="0" baseline="0" noProof="1" dirty="0">
                <a:solidFill>
                  <a:schemeClr val="tx1">
                    <a:lumMod val="75000"/>
                    <a:lumOff val="25000"/>
                  </a:schemeClr>
                </a:solidFill>
                <a:latin typeface="+mj-ea"/>
                <a:ea typeface="+mj-ea"/>
                <a:cs typeface="MiSans Heavy" panose="00000A00000000000000" charset="-122"/>
              </a:defRPr>
            </a:lvl1pPr>
          </a:lstStyle>
          <a:p>
            <a:pPr lvl="0"/>
            <a:r>
              <a:rPr dirty="0">
                <a:sym typeface="+mn-ea"/>
              </a:rPr>
              <a:t>标题</a:t>
            </a:r>
            <a:endParaRPr dirty="0">
              <a:sym typeface="+mn-ea"/>
            </a:endParaRPr>
          </a:p>
        </p:txBody>
      </p:sp>
      <p:sp>
        <p:nvSpPr>
          <p:cNvPr id="3" name="日期占位符 2"/>
          <p:cNvSpPr>
            <a:spLocks noGrp="1"/>
          </p:cNvSpPr>
          <p:nvPr>
            <p:ph type="dt" sz="half" idx="10"/>
            <p:custDataLst>
              <p:tags r:id="rId6"/>
            </p:custDataLst>
          </p:nvPr>
        </p:nvSpPr>
        <p:spPr>
          <a:xfrm>
            <a:off x="628650" y="6401991"/>
            <a:ext cx="2057400" cy="273844"/>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401991"/>
            <a:ext cx="2057400" cy="273844"/>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24" name="图片 23"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9144000" cy="6858000"/>
          </a:xfrm>
          <a:prstGeom prst="rect">
            <a:avLst/>
          </a:prstGeom>
        </p:spPr>
      </p:pic>
      <p:pic>
        <p:nvPicPr>
          <p:cNvPr id="53" name="图形 52"/>
          <p:cNvPicPr>
            <a:picLocks noChangeAspect="1"/>
          </p:cNvPicPr>
          <p:nvPr>
            <p:custDataLst>
              <p:tags r:id="rId4"/>
            </p:custDataLst>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1686" y="6166828"/>
            <a:ext cx="140918" cy="140918"/>
          </a:xfrm>
          <a:prstGeom prst="rect">
            <a:avLst/>
          </a:prstGeom>
        </p:spPr>
      </p:pic>
      <p:cxnSp>
        <p:nvCxnSpPr>
          <p:cNvPr id="9" name="直接连接符 8"/>
          <p:cNvCxnSpPr/>
          <p:nvPr>
            <p:custDataLst>
              <p:tags r:id="rId7"/>
            </p:custDataLst>
          </p:nvPr>
        </p:nvCxnSpPr>
        <p:spPr>
          <a:xfrm>
            <a:off x="643320" y="4520059"/>
            <a:ext cx="432676"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节编号"/>
          <p:cNvSpPr txBox="1">
            <a:spLocks noGrp="1"/>
          </p:cNvSpPr>
          <p:nvPr>
            <p:ph type="body" idx="2" hasCustomPrompt="1"/>
            <p:custDataLst>
              <p:tags r:id="rId8"/>
            </p:custDataLst>
          </p:nvPr>
        </p:nvSpPr>
        <p:spPr>
          <a:xfrm>
            <a:off x="643414" y="1867376"/>
            <a:ext cx="4739164" cy="391478"/>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24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1" hasCustomPrompt="1"/>
            <p:custDataLst>
              <p:tags r:id="rId9"/>
            </p:custDataLst>
          </p:nvPr>
        </p:nvSpPr>
        <p:spPr>
          <a:xfrm>
            <a:off x="642937" y="2701687"/>
            <a:ext cx="4739164" cy="1179671"/>
          </a:xfrm>
          <a:prstGeom prst="rect">
            <a:avLst/>
          </a:prstGeom>
          <a:noFill/>
        </p:spPr>
        <p:txBody>
          <a:bodyPr vert="horz" wrap="square" lIns="0" tIns="0" rIns="0" bIns="0" rtlCol="0" anchor="t" anchorCtr="0">
            <a:noAutofit/>
          </a:bodyPr>
          <a:lstStyle>
            <a:lvl1pPr marL="0" marR="0" lvl="0" algn="l" defTabSz="914400" rtl="0" eaLnBrk="1" fontAlgn="auto" latinLnBrk="0" hangingPunct="1">
              <a:lnSpc>
                <a:spcPct val="100000"/>
              </a:lnSpc>
              <a:buClrTx/>
              <a:buSzTx/>
              <a:buFontTx/>
              <a:buNone/>
              <a:defRPr kumimoji="0" lang="zh-CN" altLang="en-US" sz="45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0"/>
            </p:custDataLst>
          </p:nvPr>
        </p:nvSpPr>
        <p:spPr>
          <a:xfrm>
            <a:off x="628650" y="6401991"/>
            <a:ext cx="2057400" cy="273844"/>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12"/>
            </p:custDataLst>
          </p:nvPr>
        </p:nvSpPr>
        <p:spPr>
          <a:xfrm>
            <a:off x="6457950" y="6401991"/>
            <a:ext cx="2057400"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pic>
        <p:nvPicPr>
          <p:cNvPr id="12" name="图片 11"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1" name="标题"/>
          <p:cNvSpPr txBox="1">
            <a:spLocks noGrp="1"/>
          </p:cNvSpPr>
          <p:nvPr>
            <p:ph type="title" idx="4"/>
            <p:custDataLst>
              <p:tags r:id="rId4"/>
            </p:custDataLst>
          </p:nvPr>
        </p:nvSpPr>
        <p:spPr>
          <a:xfrm>
            <a:off x="651986" y="596821"/>
            <a:ext cx="7969568" cy="437674"/>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10" name="矩形 9"/>
          <p:cNvSpPr/>
          <p:nvPr userDrawn="1">
            <p:custDataLst>
              <p:tags r:id="rId5"/>
            </p:custDataLst>
          </p:nvPr>
        </p:nvSpPr>
        <p:spPr>
          <a:xfrm>
            <a:off x="433864" y="653440"/>
            <a:ext cx="81000" cy="324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9" name="正文"/>
          <p:cNvSpPr txBox="1">
            <a:spLocks noGrp="1"/>
          </p:cNvSpPr>
          <p:nvPr>
            <p:ph idx="2"/>
            <p:custDataLst>
              <p:tags r:id="rId6"/>
            </p:custDataLst>
          </p:nvPr>
        </p:nvSpPr>
        <p:spPr>
          <a:xfrm>
            <a:off x="4800600" y="1861106"/>
            <a:ext cx="3821430" cy="3699034"/>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8" name="正文"/>
          <p:cNvSpPr txBox="1">
            <a:spLocks noGrp="1"/>
          </p:cNvSpPr>
          <p:nvPr>
            <p:ph idx="1"/>
            <p:custDataLst>
              <p:tags r:id="rId7"/>
            </p:custDataLst>
          </p:nvPr>
        </p:nvSpPr>
        <p:spPr>
          <a:xfrm>
            <a:off x="521494" y="1861106"/>
            <a:ext cx="3817620" cy="3699034"/>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5" name="日期占位符 4"/>
          <p:cNvSpPr>
            <a:spLocks noGrp="1"/>
          </p:cNvSpPr>
          <p:nvPr>
            <p:ph type="dt" sz="half" idx="10"/>
            <p:custDataLst>
              <p:tags r:id="rId8"/>
            </p:custDataLst>
          </p:nvPr>
        </p:nvSpPr>
        <p:spPr>
          <a:xfrm>
            <a:off x="515303" y="6401991"/>
            <a:ext cx="2170748" cy="273844"/>
          </a:xfrm>
        </p:spPr>
        <p:txBody>
          <a:bodyPr/>
          <a:lstStyle/>
          <a:p>
            <a:fld id="{AC1B7B3F-A56B-4310-A966-BD55D80449F1}" type="datetimeFigureOut">
              <a:rPr lang="zh-CN" altLang="en-US" smtClean="0"/>
            </a:fld>
            <a:endParaRPr lang="zh-CN" altLang="en-US"/>
          </a:p>
        </p:txBody>
      </p:sp>
      <p:sp>
        <p:nvSpPr>
          <p:cNvPr id="6" name="页脚占位符 5"/>
          <p:cNvSpPr>
            <a:spLocks noGrp="1"/>
          </p:cNvSpPr>
          <p:nvPr>
            <p:ph type="ftr" sz="quarter" idx="11"/>
            <p:custDataLst>
              <p:tags r:id="rId9"/>
            </p:custDataLst>
          </p:nvPr>
        </p:nvSpPr>
        <p:spPr>
          <a:xfrm>
            <a:off x="3028950" y="6401991"/>
            <a:ext cx="3086100" cy="273844"/>
          </a:xfrm>
        </p:spPr>
        <p:txBody>
          <a:bodyPr/>
          <a:lstStyle/>
          <a:p>
            <a:endParaRPr lang="zh-CN" altLang="en-US"/>
          </a:p>
        </p:txBody>
      </p:sp>
      <p:sp>
        <p:nvSpPr>
          <p:cNvPr id="7" name="灯片编号占位符 6"/>
          <p:cNvSpPr>
            <a:spLocks noGrp="1"/>
          </p:cNvSpPr>
          <p:nvPr>
            <p:ph type="sldNum" sz="quarter" idx="12"/>
            <p:custDataLst>
              <p:tags r:id="rId10"/>
            </p:custDataLst>
          </p:nvPr>
        </p:nvSpPr>
        <p:spPr>
          <a:xfrm>
            <a:off x="6457950" y="6401991"/>
            <a:ext cx="2164080"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pic>
        <p:nvPicPr>
          <p:cNvPr id="16" name="图片 15"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5" name="标题"/>
          <p:cNvSpPr txBox="1">
            <a:spLocks noGrp="1"/>
          </p:cNvSpPr>
          <p:nvPr>
            <p:ph type="title" idx="6"/>
            <p:custDataLst>
              <p:tags r:id="rId4"/>
            </p:custDataLst>
          </p:nvPr>
        </p:nvSpPr>
        <p:spPr>
          <a:xfrm>
            <a:off x="4676457" y="1859672"/>
            <a:ext cx="3945573" cy="356221"/>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4" name="标题"/>
          <p:cNvSpPr txBox="1">
            <a:spLocks noGrp="1"/>
          </p:cNvSpPr>
          <p:nvPr>
            <p:ph type="title" idx="5"/>
            <p:custDataLst>
              <p:tags r:id="rId5"/>
            </p:custDataLst>
          </p:nvPr>
        </p:nvSpPr>
        <p:spPr>
          <a:xfrm>
            <a:off x="522298" y="1861026"/>
            <a:ext cx="3940154" cy="356204"/>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3" name="标题"/>
          <p:cNvSpPr txBox="1">
            <a:spLocks noGrp="1"/>
          </p:cNvSpPr>
          <p:nvPr>
            <p:ph type="title" idx="4"/>
            <p:custDataLst>
              <p:tags r:id="rId6"/>
            </p:custDataLst>
          </p:nvPr>
        </p:nvSpPr>
        <p:spPr>
          <a:xfrm>
            <a:off x="651986" y="596821"/>
            <a:ext cx="7969568" cy="437674"/>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a:sym typeface="+mn-ea"/>
              </a:rPr>
              <a:t>单击此处编辑母版标题样式</a:t>
            </a:r>
            <a:endParaRPr>
              <a:sym typeface="+mn-ea"/>
            </a:endParaRPr>
          </a:p>
        </p:txBody>
      </p:sp>
      <p:sp>
        <p:nvSpPr>
          <p:cNvPr id="12" name="矩形 11"/>
          <p:cNvSpPr/>
          <p:nvPr userDrawn="1">
            <p:custDataLst>
              <p:tags r:id="rId7"/>
            </p:custDataLst>
          </p:nvPr>
        </p:nvSpPr>
        <p:spPr>
          <a:xfrm>
            <a:off x="433864" y="653440"/>
            <a:ext cx="81000" cy="324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11" name="正文"/>
          <p:cNvSpPr txBox="1">
            <a:spLocks noGrp="1"/>
          </p:cNvSpPr>
          <p:nvPr>
            <p:ph idx="2"/>
            <p:custDataLst>
              <p:tags r:id="rId8"/>
            </p:custDataLst>
          </p:nvPr>
        </p:nvSpPr>
        <p:spPr>
          <a:xfrm>
            <a:off x="4676457" y="2216845"/>
            <a:ext cx="3945573" cy="3342188"/>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0" name="正文"/>
          <p:cNvSpPr txBox="1">
            <a:spLocks noGrp="1"/>
          </p:cNvSpPr>
          <p:nvPr>
            <p:ph idx="1"/>
            <p:custDataLst>
              <p:tags r:id="rId9"/>
            </p:custDataLst>
          </p:nvPr>
        </p:nvSpPr>
        <p:spPr>
          <a:xfrm>
            <a:off x="522298" y="2217231"/>
            <a:ext cx="3940154" cy="3342036"/>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7" name="日期占位符 6"/>
          <p:cNvSpPr>
            <a:spLocks noGrp="1"/>
          </p:cNvSpPr>
          <p:nvPr>
            <p:ph type="dt" sz="half" idx="10"/>
            <p:custDataLst>
              <p:tags r:id="rId10"/>
            </p:custDataLst>
          </p:nvPr>
        </p:nvSpPr>
        <p:spPr>
          <a:xfrm>
            <a:off x="514826" y="6401991"/>
            <a:ext cx="2171224" cy="273844"/>
          </a:xfrm>
        </p:spPr>
        <p:txBody>
          <a:bodyPr/>
          <a:lstStyle/>
          <a:p>
            <a:fld id="{AC1B7B3F-A56B-4310-A966-BD55D80449F1}" type="datetimeFigureOut">
              <a:rPr lang="zh-CN" altLang="en-US" smtClean="0"/>
            </a:fld>
            <a:endParaRPr lang="zh-CN" altLang="en-US"/>
          </a:p>
        </p:txBody>
      </p:sp>
      <p:sp>
        <p:nvSpPr>
          <p:cNvPr id="8" name="页脚占位符 7"/>
          <p:cNvSpPr>
            <a:spLocks noGrp="1"/>
          </p:cNvSpPr>
          <p:nvPr>
            <p:ph type="ftr" sz="quarter" idx="11"/>
            <p:custDataLst>
              <p:tags r:id="rId11"/>
            </p:custDataLst>
          </p:nvPr>
        </p:nvSpPr>
        <p:spPr>
          <a:xfrm>
            <a:off x="3028950" y="6401991"/>
            <a:ext cx="3086100" cy="273844"/>
          </a:xfrm>
        </p:spPr>
        <p:txBody>
          <a:bodyPr/>
          <a:lstStyle/>
          <a:p>
            <a:endParaRPr lang="zh-CN" altLang="en-US"/>
          </a:p>
        </p:txBody>
      </p:sp>
      <p:sp>
        <p:nvSpPr>
          <p:cNvPr id="9" name="灯片编号占位符 8"/>
          <p:cNvSpPr>
            <a:spLocks noGrp="1"/>
          </p:cNvSpPr>
          <p:nvPr>
            <p:ph type="sldNum" sz="quarter" idx="12"/>
            <p:custDataLst>
              <p:tags r:id="rId12"/>
            </p:custDataLst>
          </p:nvPr>
        </p:nvSpPr>
        <p:spPr>
          <a:xfrm>
            <a:off x="6457950" y="6401991"/>
            <a:ext cx="2164080"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标题"/>
          <p:cNvSpPr txBox="1">
            <a:spLocks noGrp="1"/>
          </p:cNvSpPr>
          <p:nvPr>
            <p:ph type="title" idx="2"/>
            <p:custDataLst>
              <p:tags r:id="rId4"/>
            </p:custDataLst>
          </p:nvPr>
        </p:nvSpPr>
        <p:spPr>
          <a:xfrm>
            <a:off x="651986" y="596821"/>
            <a:ext cx="7969568" cy="437674"/>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5"/>
            </p:custDataLst>
          </p:nvPr>
        </p:nvSpPr>
        <p:spPr>
          <a:xfrm>
            <a:off x="433864" y="653440"/>
            <a:ext cx="81000" cy="324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3" name="日期占位符 2"/>
          <p:cNvSpPr>
            <a:spLocks noGrp="1"/>
          </p:cNvSpPr>
          <p:nvPr>
            <p:ph type="dt" sz="half" idx="10"/>
            <p:custDataLst>
              <p:tags r:id="rId6"/>
            </p:custDataLst>
          </p:nvPr>
        </p:nvSpPr>
        <p:spPr>
          <a:xfrm>
            <a:off x="524351" y="6401991"/>
            <a:ext cx="2161699" cy="273844"/>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401991"/>
            <a:ext cx="2164556"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日期占位符 1"/>
          <p:cNvSpPr>
            <a:spLocks noGrp="1"/>
          </p:cNvSpPr>
          <p:nvPr>
            <p:ph type="dt" sz="half" idx="10"/>
            <p:custDataLst>
              <p:tags r:id="rId4"/>
            </p:custDataLst>
          </p:nvPr>
        </p:nvSpPr>
        <p:spPr>
          <a:xfrm>
            <a:off x="521970" y="6401991"/>
            <a:ext cx="2057400" cy="273844"/>
          </a:xfrm>
        </p:spPr>
        <p:txBody>
          <a:bodyPr/>
          <a:lstStyle/>
          <a:p>
            <a:fld id="{AC1B7B3F-A56B-4310-A966-BD55D80449F1}"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4" name="灯片编号占位符 3"/>
          <p:cNvSpPr>
            <a:spLocks noGrp="1"/>
          </p:cNvSpPr>
          <p:nvPr>
            <p:ph type="sldNum" sz="quarter" idx="12"/>
            <p:custDataLst>
              <p:tags r:id="rId6"/>
            </p:custDataLst>
          </p:nvPr>
        </p:nvSpPr>
        <p:spPr>
          <a:xfrm>
            <a:off x="6565487" y="6401991"/>
            <a:ext cx="2057400"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正文"/>
          <p:cNvSpPr txBox="1">
            <a:spLocks noGrp="1"/>
          </p:cNvSpPr>
          <p:nvPr>
            <p:ph idx="1"/>
            <p:custDataLst>
              <p:tags r:id="rId4"/>
            </p:custDataLst>
          </p:nvPr>
        </p:nvSpPr>
        <p:spPr>
          <a:xfrm>
            <a:off x="521970" y="1087279"/>
            <a:ext cx="8101489" cy="4363403"/>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lumMod val="65000"/>
                    <a:lumOff val="35000"/>
                  </a:schemeClr>
                </a:solidFill>
                <a:uFillTx/>
                <a:latin typeface="+mn-ea"/>
                <a:ea typeface="+mn-ea"/>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lumMod val="65000"/>
                    <a:lumOff val="35000"/>
                  </a:schemeClr>
                </a:solidFill>
                <a:uFillTx/>
                <a:latin typeface="+mn-ea"/>
                <a:ea typeface="+mn-ea"/>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lumMod val="65000"/>
                    <a:lumOff val="35000"/>
                  </a:schemeClr>
                </a:solidFill>
                <a:uFillTx/>
                <a:latin typeface="+mn-ea"/>
                <a:ea typeface="+mn-ea"/>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4" name="日期占位符 3"/>
          <p:cNvSpPr>
            <a:spLocks noGrp="1"/>
          </p:cNvSpPr>
          <p:nvPr>
            <p:ph type="dt" sz="half" idx="10"/>
            <p:custDataLst>
              <p:tags r:id="rId5"/>
            </p:custDataLst>
          </p:nvPr>
        </p:nvSpPr>
        <p:spPr>
          <a:xfrm>
            <a:off x="521970" y="6401991"/>
            <a:ext cx="2164080" cy="273844"/>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6457950" y="6401991"/>
            <a:ext cx="2164080"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pic>
        <p:nvPicPr>
          <p:cNvPr id="9" name="图片 8"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9144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3" hasCustomPrompt="1"/>
            <p:custDataLst>
              <p:tags r:id="rId4"/>
            </p:custDataLst>
          </p:nvPr>
        </p:nvSpPr>
        <p:spPr>
          <a:xfrm>
            <a:off x="521970" y="1352444"/>
            <a:ext cx="8099316" cy="30416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1" i="0" u="none" strike="noStrike" kern="1200" cap="none" spc="300" normalizeH="0" baseline="0" noProof="1" dirty="0">
                <a:solidFill>
                  <a:schemeClr val="tx1">
                    <a:lumMod val="75000"/>
                    <a:lumOff val="25000"/>
                  </a:schemeClr>
                </a:solidFill>
                <a:latin typeface="+mj-ea"/>
                <a:ea typeface="+mj-ea"/>
                <a:cs typeface="MiSans Heavy" panose="00000A00000000000000"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2"/>
            <p:custDataLst>
              <p:tags r:id="rId5"/>
            </p:custDataLst>
          </p:nvPr>
        </p:nvSpPr>
        <p:spPr>
          <a:xfrm>
            <a:off x="651986" y="596821"/>
            <a:ext cx="7969568" cy="437674"/>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6"/>
            </p:custDataLst>
          </p:nvPr>
        </p:nvSpPr>
        <p:spPr>
          <a:xfrm>
            <a:off x="433864" y="653440"/>
            <a:ext cx="81000" cy="324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3" name="日期占位符 2"/>
          <p:cNvSpPr>
            <a:spLocks noGrp="1"/>
          </p:cNvSpPr>
          <p:nvPr>
            <p:ph type="dt" sz="half" idx="10"/>
            <p:custDataLst>
              <p:tags r:id="rId7"/>
            </p:custDataLst>
          </p:nvPr>
        </p:nvSpPr>
        <p:spPr>
          <a:xfrm>
            <a:off x="524828" y="6401991"/>
            <a:ext cx="2161223" cy="273844"/>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6457950" y="6401991"/>
            <a:ext cx="2164556"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15"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9144000" cy="6858000"/>
          </a:xfrm>
          <a:prstGeom prst="rect">
            <a:avLst/>
          </a:prstGeom>
        </p:spPr>
      </p:pic>
      <p:sp>
        <p:nvSpPr>
          <p:cNvPr id="8" name="标题"/>
          <p:cNvSpPr txBox="1">
            <a:spLocks noGrp="1"/>
          </p:cNvSpPr>
          <p:nvPr>
            <p:ph type="title" idx="2" hasCustomPrompt="1"/>
            <p:custDataLst>
              <p:tags r:id="rId4"/>
            </p:custDataLst>
          </p:nvPr>
        </p:nvSpPr>
        <p:spPr>
          <a:xfrm>
            <a:off x="678656" y="1956276"/>
            <a:ext cx="5678329" cy="1450658"/>
          </a:xfrm>
          <a:prstGeom prst="rect">
            <a:avLst/>
          </a:prstGeom>
          <a:noFill/>
        </p:spPr>
        <p:txBody>
          <a:bodyPr vert="horz" wrap="square" lIns="0" tIns="0" rIns="0" bIns="0" rtlCol="0" anchor="ctr" anchorCtr="0">
            <a:normAutofit/>
          </a:bodyPr>
          <a:lstStyle>
            <a:lvl1pPr marL="0" marR="0" lvl="0" algn="l" defTabSz="914400" rtl="0" eaLnBrk="1" fontAlgn="auto" latinLnBrk="0" hangingPunct="1">
              <a:lnSpc>
                <a:spcPct val="100000"/>
              </a:lnSpc>
              <a:buClrTx/>
              <a:buSzTx/>
              <a:buFontTx/>
              <a:buNone/>
              <a:defRPr kumimoji="0" lang="zh-CN" altLang="en-US" sz="45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署名"/>
          <p:cNvSpPr txBox="1">
            <a:spLocks noGrp="1"/>
          </p:cNvSpPr>
          <p:nvPr>
            <p:ph type="body" idx="1" hasCustomPrompt="1"/>
            <p:custDataLst>
              <p:tags r:id="rId5"/>
            </p:custDataLst>
          </p:nvPr>
        </p:nvSpPr>
        <p:spPr>
          <a:xfrm>
            <a:off x="678656" y="4060349"/>
            <a:ext cx="1514475" cy="362903"/>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05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6"/>
            </p:custDataLst>
          </p:nvPr>
        </p:nvSpPr>
        <p:spPr>
          <a:xfrm>
            <a:off x="628650" y="6401991"/>
            <a:ext cx="2057400" cy="273844"/>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8"/>
            </p:custDataLst>
          </p:nvPr>
        </p:nvSpPr>
        <p:spPr>
          <a:xfrm>
            <a:off x="6457950" y="6401991"/>
            <a:ext cx="2057400" cy="273844"/>
          </a:xfrm>
        </p:spPr>
        <p:txBody>
          <a:bodyPr/>
          <a:lstStyle/>
          <a:p>
            <a:fld id="{73127340-2293-49D2-96F1-6E7BF0C8FD9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3.xml"/><Relationship Id="rId20" Type="http://schemas.openxmlformats.org/officeDocument/2006/relationships/tags" Target="../tags/tag82.xml"/><Relationship Id="rId2" Type="http://schemas.openxmlformats.org/officeDocument/2006/relationships/slideLayout" Target="../slideLayouts/slideLayout24.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image" Target="../media/image1.jpeg"/><Relationship Id="rId12" Type="http://schemas.openxmlformats.org/officeDocument/2006/relationships/tags" Target="../tags/tag75.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100000"/>
          </a:schemeClr>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idx="1"/>
          </p:nvPr>
        </p:nvSpPr>
        <p:spPr>
          <a:xfrm>
            <a:off x="457200" y="1600200"/>
            <a:ext cx="8229600" cy="4525963"/>
          </a:xfrm>
          <a:prstGeom prst="rect">
            <a:avLst/>
          </a:prstGeom>
          <a:noFill/>
          <a:ln w="9525">
            <a:noFill/>
          </a:ln>
        </p:spPr>
        <p:txBody>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atin typeface="+mn-lt"/>
                <a:ea typeface="+mn-ea"/>
              </a:defRPr>
            </a:lvl1pPr>
          </a:lstStyle>
          <a:p>
            <a:pPr lvl="0"/>
            <a:endParaRPr lang="zh-CN" altLang="en-US"/>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atin typeface="+mn-lt"/>
                <a:ea typeface="+mn-ea"/>
              </a:defRPr>
            </a:lvl1pPr>
          </a:lstStyle>
          <a:p>
            <a:pPr lvl="0"/>
            <a:endParaRPr lang="zh-CN" altLang="en-US"/>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atin typeface="+mn-lt"/>
                <a:ea typeface="+mn-ea"/>
              </a:defRPr>
            </a:lvl1pPr>
          </a:lstStyle>
          <a:p>
            <a:pPr lvl="0"/>
            <a:fld id="{9A0DB2DC-4C9A-4742-B13C-FB6460FD3503}" type="slidenum">
              <a:rPr lang="zh-CN" altLang="en-US"/>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100000"/>
          </a:schemeClr>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idx="1"/>
          </p:nvPr>
        </p:nvSpPr>
        <p:spPr>
          <a:xfrm>
            <a:off x="457200" y="1600200"/>
            <a:ext cx="8229600" cy="4525963"/>
          </a:xfrm>
          <a:prstGeom prst="rect">
            <a:avLst/>
          </a:prstGeom>
          <a:noFill/>
          <a:ln w="9525">
            <a:noFill/>
          </a:ln>
        </p:spPr>
        <p:txBody>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atin typeface="+mn-lt"/>
                <a:ea typeface="+mn-ea"/>
              </a:defRPr>
            </a:lvl1pPr>
          </a:lstStyle>
          <a:p>
            <a:pPr lvl="0"/>
            <a:endParaRPr lang="zh-CN" altLang="en-US"/>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atin typeface="+mn-lt"/>
                <a:ea typeface="+mn-ea"/>
              </a:defRPr>
            </a:lvl1pPr>
          </a:lstStyle>
          <a:p>
            <a:pPr lvl="0"/>
            <a:endParaRPr lang="zh-CN" altLang="en-US"/>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atin typeface="+mn-lt"/>
                <a:ea typeface="+mn-ea"/>
              </a:defRPr>
            </a:lvl1pPr>
          </a:lstStyle>
          <a:p>
            <a:pPr lvl="0"/>
            <a:fld id="{9A0DB2DC-4C9A-4742-B13C-FB6460FD3503}" type="slidenum">
              <a:rPr lang="zh-CN" altLang="en-US"/>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12"/>
            </p:custDataLst>
          </p:nvPr>
        </p:nvPicPr>
        <p:blipFill rotWithShape="1">
          <a:blip r:embed="rId13">
            <a:alphaModFix amt="40000"/>
            <a:extLst>
              <a:ext uri="{28A0092B-C50C-407E-A947-70E740481C1C}">
                <a14:useLocalDpi xmlns:a14="http://schemas.microsoft.com/office/drawing/2010/main" val="0"/>
              </a:ext>
            </a:extLst>
          </a:blip>
          <a:srcRect l="18252" t="17468" r="8387"/>
          <a:stretch>
            <a:fillRect/>
          </a:stretch>
        </p:blipFill>
        <p:spPr>
          <a:xfrm>
            <a:off x="0" y="85725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custDataLst>
              <p:tags r:id="rId14"/>
            </p:custDataLst>
          </p:nvPr>
        </p:nvSpPr>
        <p:spPr>
          <a:xfrm>
            <a:off x="433864" y="1306830"/>
            <a:ext cx="81000" cy="324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3" name="日期占位符 2"/>
          <p:cNvSpPr>
            <a:spLocks noGrp="1"/>
          </p:cNvSpPr>
          <p:nvPr>
            <p:ph type="dt" sz="half" idx="10"/>
            <p:custDataLst>
              <p:tags r:id="rId15"/>
            </p:custDataLst>
          </p:nvPr>
        </p:nvSpPr>
        <p:spPr>
          <a:xfrm>
            <a:off x="521970" y="5624513"/>
            <a:ext cx="2057400" cy="273844"/>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16"/>
            </p:custDataLst>
          </p:nvPr>
        </p:nvSpPr>
        <p:spPr>
          <a:xfrm>
            <a:off x="3028950" y="5624513"/>
            <a:ext cx="3086100" cy="273844"/>
          </a:xfrm>
        </p:spPr>
        <p:txBody>
          <a:bodyPr/>
          <a:lstStyle/>
          <a:p>
            <a:endParaRPr lang="zh-CN" altLang="en-US"/>
          </a:p>
        </p:txBody>
      </p:sp>
      <p:sp>
        <p:nvSpPr>
          <p:cNvPr id="5" name="灯片编号占位符 4"/>
          <p:cNvSpPr>
            <a:spLocks noGrp="1"/>
          </p:cNvSpPr>
          <p:nvPr>
            <p:ph type="sldNum" sz="quarter" idx="12"/>
            <p:custDataLst>
              <p:tags r:id="rId17"/>
            </p:custDataLst>
          </p:nvPr>
        </p:nvSpPr>
        <p:spPr>
          <a:xfrm>
            <a:off x="6565487" y="5624513"/>
            <a:ext cx="2057400" cy="273844"/>
          </a:xfrm>
        </p:spPr>
        <p:txBody>
          <a:bodyPr/>
          <a:lstStyle/>
          <a:p>
            <a:fld id="{73127340-2293-49D2-96F1-6E7BF0C8FD9C}" type="slidenum">
              <a:rPr lang="zh-CN" altLang="en-US" smtClean="0"/>
            </a:fld>
            <a:endParaRPr lang="zh-CN" altLang="en-US"/>
          </a:p>
        </p:txBody>
      </p:sp>
      <p:sp>
        <p:nvSpPr>
          <p:cNvPr id="2" name="文本占位符 1"/>
          <p:cNvSpPr>
            <a:spLocks noGrp="1"/>
          </p:cNvSpPr>
          <p:nvPr>
            <p:ph type="body" idx="1"/>
            <p:custDataLst>
              <p:tags r:id="rId18"/>
            </p:custDataLst>
          </p:nvPr>
        </p:nvSpPr>
        <p:spPr>
          <a:xfrm>
            <a:off x="521970" y="1833562"/>
            <a:ext cx="8100000" cy="3655219"/>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9" name="标题占位符 8"/>
          <p:cNvSpPr>
            <a:spLocks noGrp="1"/>
          </p:cNvSpPr>
          <p:nvPr>
            <p:ph type="title"/>
            <p:custDataLst>
              <p:tags r:id="rId19"/>
            </p:custDataLst>
          </p:nvPr>
        </p:nvSpPr>
        <p:spPr>
          <a:xfrm>
            <a:off x="521970" y="1127250"/>
            <a:ext cx="8100000" cy="540000"/>
          </a:xfrm>
          <a:prstGeom prst="rect">
            <a:avLst/>
          </a:prstGeom>
          <a:noFill/>
        </p:spPr>
        <p:txBody>
          <a:bodyPr vert="horz" wrap="square" lIns="91440" tIns="0" rIns="91440" bIns="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6" name="KSO_TEMPLATE" hidden="1"/>
          <p:cNvSpPr/>
          <p:nvPr userDrawn="1">
            <p:custDataLst>
              <p:tags r:id="rId20"/>
            </p:custDataLst>
          </p:nvPr>
        </p:nvSpPr>
        <p:spPr>
          <a:xfrm>
            <a:off x="0" y="85725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kumimoji="0" lang="zh-CN" altLang="en-US" sz="2400" b="1" i="0" u="none" strike="noStrike" kern="1200" cap="none" spc="0" normalizeH="0" baseline="0" dirty="0" smtClean="0">
          <a:solidFill>
            <a:schemeClr val="accent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0" lang="zh-CN" altLang="en-US" sz="1350" b="0" i="0" u="none" strike="noStrike" kern="1200" cap="none" spc="150" normalizeH="0" baseline="0" noProof="1" dirty="0" smtClean="0">
          <a:ln>
            <a:noFill/>
            <a:prstDash val="sysDot"/>
          </a:ln>
          <a:solidFill>
            <a:schemeClr val="tx1">
              <a:lumMod val="75000"/>
              <a:lumOff val="25000"/>
            </a:schemeClr>
          </a:solidFill>
          <a:uFillTx/>
          <a:latin typeface="+mn-ea"/>
          <a:ea typeface="+mn-ea"/>
          <a:cs typeface="+mn-cs"/>
          <a:sym typeface="+mn-ea"/>
        </a:defRPr>
      </a:lvl1pPr>
      <a:lvl2pPr marL="5143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smtClean="0">
          <a:solidFill>
            <a:schemeClr val="tx1">
              <a:lumMod val="65000"/>
              <a:lumOff val="35000"/>
            </a:schemeClr>
          </a:solidFill>
          <a:uFillTx/>
          <a:latin typeface="+mn-ea"/>
          <a:ea typeface="+mn-ea"/>
          <a:cs typeface="+mn-cs"/>
        </a:defRPr>
      </a:lvl2pPr>
      <a:lvl3pPr marL="8572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smtClean="0">
          <a:solidFill>
            <a:schemeClr val="tx1">
              <a:lumMod val="65000"/>
              <a:lumOff val="35000"/>
            </a:schemeClr>
          </a:solidFill>
          <a:uFillTx/>
          <a:latin typeface="+mn-ea"/>
          <a:ea typeface="+mn-ea"/>
          <a:cs typeface="+mn-cs"/>
        </a:defRPr>
      </a:lvl3pPr>
      <a:lvl4pPr marL="12001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smtClean="0">
          <a:solidFill>
            <a:schemeClr val="tx1">
              <a:lumMod val="65000"/>
              <a:lumOff val="35000"/>
            </a:schemeClr>
          </a:solidFill>
          <a:uFillTx/>
          <a:latin typeface="+mn-ea"/>
          <a:ea typeface="+mn-ea"/>
          <a:cs typeface="+mn-cs"/>
        </a:defRPr>
      </a:lvl4pPr>
      <a:lvl5pPr marL="15430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a:solidFill>
            <a:schemeClr val="tx1">
              <a:lumMod val="65000"/>
              <a:lumOff val="35000"/>
            </a:schemeClr>
          </a:solidFill>
          <a:uFillTx/>
          <a:latin typeface="+mn-ea"/>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8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1" Type="http://schemas.openxmlformats.org/officeDocument/2006/relationships/notesSlide" Target="../notesSlides/notesSlide1.xml"/><Relationship Id="rId20" Type="http://schemas.openxmlformats.org/officeDocument/2006/relationships/slideLayout" Target="../slideLayouts/slideLayout25.xml"/><Relationship Id="rId2" Type="http://schemas.openxmlformats.org/officeDocument/2006/relationships/tags" Target="../tags/tag85.xml"/><Relationship Id="rId19" Type="http://schemas.openxmlformats.org/officeDocument/2006/relationships/tags" Target="../tags/tag102.xml"/><Relationship Id="rId18" Type="http://schemas.openxmlformats.org/officeDocument/2006/relationships/tags" Target="../tags/tag101.xml"/><Relationship Id="rId17" Type="http://schemas.openxmlformats.org/officeDocument/2006/relationships/tags" Target="../tags/tag100.xml"/><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4.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106.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tags" Target="../tags/tag108.xml"/><Relationship Id="rId2" Type="http://schemas.openxmlformats.org/officeDocument/2006/relationships/image" Target="../media/image6.png"/><Relationship Id="rId1" Type="http://schemas.openxmlformats.org/officeDocument/2006/relationships/tags" Target="../tags/tag10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tags" Target="../tags/tag109.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9.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image" Target="../media/image10.png"/><Relationship Id="rId3" Type="http://schemas.openxmlformats.org/officeDocument/2006/relationships/tags" Target="../tags/tag111.xml"/><Relationship Id="rId2" Type="http://schemas.openxmlformats.org/officeDocument/2006/relationships/image" Target="../media/image9.png"/><Relationship Id="rId1" Type="http://schemas.openxmlformats.org/officeDocument/2006/relationships/tags" Target="../tags/tag11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tags" Target="../tags/tag115.xml"/><Relationship Id="rId2" Type="http://schemas.openxmlformats.org/officeDocument/2006/relationships/image" Target="../media/image11.png"/><Relationship Id="rId1" Type="http://schemas.openxmlformats.org/officeDocument/2006/relationships/tags" Target="../tags/tag11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116.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3"/>
          </p:nvPr>
        </p:nvSpPr>
        <p:spPr/>
        <p:txBody>
          <a:bodyPr/>
          <a:p>
            <a:r>
              <a:rPr lang="en-US" altLang="zh-CN"/>
              <a:t>085400</a:t>
            </a:r>
            <a:r>
              <a:t>专硕</a:t>
            </a:r>
          </a:p>
        </p:txBody>
      </p:sp>
      <p:sp>
        <p:nvSpPr>
          <p:cNvPr id="3" name="标题 2"/>
          <p:cNvSpPr>
            <a:spLocks noGrp="1"/>
          </p:cNvSpPr>
          <p:nvPr>
            <p:ph type="title" idx="2"/>
          </p:nvPr>
        </p:nvSpPr>
        <p:spPr/>
        <p:txBody>
          <a:bodyPr/>
          <a:p>
            <a:r>
              <a:rPr lang="zh-CN" altLang="en-US"/>
              <a:t>考研复试指南</a:t>
            </a:r>
            <a:endParaRPr lang="zh-CN" altLang="en-US"/>
          </a:p>
        </p:txBody>
      </p:sp>
      <p:sp>
        <p:nvSpPr>
          <p:cNvPr id="4" name="文本占位符 3"/>
          <p:cNvSpPr>
            <a:spLocks noGrp="1"/>
          </p:cNvSpPr>
          <p:nvPr>
            <p:ph type="body" idx="1"/>
          </p:nvPr>
        </p:nvSpPr>
        <p:spPr/>
        <p:txBody>
          <a:bodyPr/>
          <a:p>
            <a:r>
              <a:rPr lang="zh-CN" altLang="en-US"/>
              <a:t>武汉大学国家网络空间安全学院</a:t>
            </a:r>
            <a:endParaRPr lang="zh-CN" altLang="en-US"/>
          </a:p>
        </p:txBody>
      </p:sp>
      <p:sp>
        <p:nvSpPr>
          <p:cNvPr id="6" name="文本占位符 3"/>
          <p:cNvSpPr>
            <a:spLocks noGrp="1"/>
          </p:cNvSpPr>
          <p:nvPr/>
        </p:nvSpPr>
        <p:spPr>
          <a:xfrm>
            <a:off x="5363845" y="5805170"/>
            <a:ext cx="2326005" cy="478790"/>
          </a:xfrm>
          <a:prstGeom prst="rect">
            <a:avLst/>
          </a:prstGeom>
          <a:noFill/>
        </p:spPr>
        <p:txBody>
          <a:bodyPr vert="horz" wrap="square" lIns="0" tIns="0" rIns="0" bIns="0" rtlCol="0" anchor="b" anchorCtr="0">
            <a:normAutofit/>
          </a:bodyPr>
          <a:lstStyle>
            <a:lvl1pPr marL="0" marR="0" lvl="0" indent="-171450" algn="l" defTabSz="914400" rtl="0" eaLnBrk="1" fontAlgn="auto" latinLnBrk="0" hangingPunct="1">
              <a:lnSpc>
                <a:spcPct val="100000"/>
              </a:lnSpc>
              <a:spcBef>
                <a:spcPts val="750"/>
              </a:spcBef>
              <a:buClrTx/>
              <a:buSzTx/>
              <a:buFontTx/>
              <a:buNone/>
              <a:defRPr kumimoji="0" lang="en-US" altLang="zh-CN" sz="1800" b="1" i="0" u="none" strike="noStrike" kern="1200" cap="none" spc="0" normalizeH="0" baseline="0" noProof="1" dirty="0" smtClean="0">
                <a:ln>
                  <a:noFill/>
                  <a:prstDash val="sysDot"/>
                </a:ln>
                <a:solidFill>
                  <a:schemeClr val="accent1"/>
                </a:solidFill>
                <a:uFillTx/>
                <a:latin typeface="+mj-ea"/>
                <a:ea typeface="+mj-ea"/>
                <a:cs typeface="MiSans Heavy" panose="00000A00000000000000" charset="-122"/>
                <a:sym typeface="+mn-ea"/>
              </a:defRPr>
            </a:lvl1pPr>
            <a:lvl2pPr marL="5143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smtClean="0">
                <a:solidFill>
                  <a:schemeClr val="tx1">
                    <a:lumMod val="65000"/>
                    <a:lumOff val="35000"/>
                  </a:schemeClr>
                </a:solidFill>
                <a:uFillTx/>
                <a:latin typeface="+mn-ea"/>
                <a:ea typeface="+mn-ea"/>
                <a:cs typeface="+mn-cs"/>
              </a:defRPr>
            </a:lvl2pPr>
            <a:lvl3pPr marL="8572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smtClean="0">
                <a:solidFill>
                  <a:schemeClr val="tx1">
                    <a:lumMod val="65000"/>
                    <a:lumOff val="35000"/>
                  </a:schemeClr>
                </a:solidFill>
                <a:uFillTx/>
                <a:latin typeface="+mn-ea"/>
                <a:ea typeface="+mn-ea"/>
                <a:cs typeface="+mn-cs"/>
              </a:defRPr>
            </a:lvl3pPr>
            <a:lvl4pPr marL="12001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smtClean="0">
                <a:solidFill>
                  <a:schemeClr val="tx1">
                    <a:lumMod val="65000"/>
                    <a:lumOff val="35000"/>
                  </a:schemeClr>
                </a:solidFill>
                <a:uFillTx/>
                <a:latin typeface="+mn-ea"/>
                <a:ea typeface="+mn-ea"/>
                <a:cs typeface="+mn-cs"/>
              </a:defRPr>
            </a:lvl4pPr>
            <a:lvl5pPr marL="1543050" marR="0" indent="-171450" algn="l" defTabSz="685800" rtl="0" eaLnBrk="1" fontAlgn="auto" latinLnBrk="0" hangingPunct="1">
              <a:lnSpc>
                <a:spcPct val="120000"/>
              </a:lnSpc>
              <a:spcBef>
                <a:spcPts val="900"/>
              </a:spcBef>
              <a:spcAft>
                <a:spcPts val="0"/>
              </a:spcAft>
              <a:buFont typeface="Arial" panose="020B0604020202020204" pitchFamily="34" charset="0"/>
              <a:buChar char="•"/>
              <a:defRPr kumimoji="0" lang="zh-CN" altLang="en-US" sz="1200" b="0" i="0" u="none" strike="noStrike" kern="1200" cap="none" spc="150" normalizeH="0" baseline="0" dirty="0">
                <a:solidFill>
                  <a:schemeClr val="tx1">
                    <a:lumMod val="65000"/>
                    <a:lumOff val="35000"/>
                  </a:schemeClr>
                </a:solidFill>
                <a:uFillTx/>
                <a:latin typeface="+mn-ea"/>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a:t>制作</a:t>
            </a:r>
            <a:r>
              <a:t>: 2025</a:t>
            </a:r>
            <a:r>
              <a:rPr lang="zh-CN" altLang="en-US"/>
              <a:t>届🍗</a:t>
            </a:r>
            <a:endParaRPr lang="zh-CN" altLang="en-US"/>
          </a:p>
        </p:txBody>
      </p:sp>
      <p:pic>
        <p:nvPicPr>
          <p:cNvPr id="7" name="图片 6"/>
          <p:cNvPicPr/>
          <p:nvPr/>
        </p:nvPicPr>
        <p:blipFill>
          <a:blip r:embed="rId1"/>
          <a:stretch>
            <a:fillRect/>
          </a:stretch>
        </p:blipFill>
        <p:spPr>
          <a:xfrm>
            <a:off x="7164070" y="5506085"/>
            <a:ext cx="1362710" cy="1351915"/>
          </a:xfrm>
          <a:prstGeom prst="rect">
            <a:avLst/>
          </a:prstGeom>
        </p:spPr>
      </p:pic>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Contents</a:t>
            </a:r>
            <a:endParaRPr lang="zh-CN" altLang="en-US"/>
          </a:p>
        </p:txBody>
      </p:sp>
      <p:sp>
        <p:nvSpPr>
          <p:cNvPr id="3" name="标题 2"/>
          <p:cNvSpPr>
            <a:spLocks noGrp="1"/>
          </p:cNvSpPr>
          <p:nvPr>
            <p:ph type="title" idx="1"/>
            <p:custDataLst>
              <p:tags r:id="rId2"/>
            </p:custDataLst>
          </p:nvPr>
        </p:nvSpPr>
        <p:spPr/>
        <p:txBody>
          <a:bodyPr/>
          <a:lstStyle/>
          <a:p>
            <a:r>
              <a:rPr lang="zh-CN" altLang="en-US"/>
              <a:t>目录</a:t>
            </a:r>
            <a:endParaRPr lang="zh-CN" altLang="en-US"/>
          </a:p>
        </p:txBody>
      </p:sp>
      <p:cxnSp>
        <p:nvCxnSpPr>
          <p:cNvPr id="50" name="直接连接符 49"/>
          <p:cNvCxnSpPr/>
          <p:nvPr>
            <p:custDataLst>
              <p:tags r:id="rId3"/>
            </p:custDataLst>
          </p:nvPr>
        </p:nvCxnSpPr>
        <p:spPr>
          <a:xfrm>
            <a:off x="664369" y="3319463"/>
            <a:ext cx="1410653"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custDataLst>
              <p:tags r:id="rId4"/>
            </p:custDataLst>
          </p:nvPr>
        </p:nvCxnSpPr>
        <p:spPr>
          <a:xfrm>
            <a:off x="664369" y="3319463"/>
            <a:ext cx="24336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序号"/>
          <p:cNvSpPr txBox="1"/>
          <p:nvPr>
            <p:custDataLst>
              <p:tags r:id="rId5"/>
            </p:custDataLst>
          </p:nvPr>
        </p:nvSpPr>
        <p:spPr>
          <a:xfrm>
            <a:off x="664369" y="2876550"/>
            <a:ext cx="682466" cy="361950"/>
          </a:xfrm>
          <a:prstGeom prst="rect">
            <a:avLst/>
          </a:prstGeom>
          <a:noFill/>
        </p:spPr>
        <p:txBody>
          <a:bodyPr vert="horz" wrap="square" lIns="0" tIns="0" rIns="0" bIns="0" rtlCol="0" anchor="b" anchorCtr="0">
            <a:normAutofit/>
          </a:bodyPr>
          <a:lstStyle/>
          <a:p>
            <a:pPr lvl="0" algn="l">
              <a:buClrTx/>
              <a:buSzTx/>
              <a:buFontTx/>
            </a:pPr>
            <a:r>
              <a:rPr lang="en-US" altLang="zh-CN" sz="1500" dirty="0">
                <a:solidFill>
                  <a:schemeClr val="accent1"/>
                </a:solidFill>
                <a:latin typeface="+mj-lt"/>
                <a:ea typeface="+mj-ea"/>
                <a:cs typeface="MiSans Heavy" panose="00000A00000000000000" charset="-122"/>
                <a:sym typeface="+mn-ea"/>
              </a:rPr>
              <a:t>01.</a:t>
            </a:r>
            <a:endParaRPr lang="en-US" altLang="zh-CN" sz="1500" dirty="0">
              <a:solidFill>
                <a:schemeClr val="accent1"/>
              </a:solidFill>
              <a:latin typeface="+mj-lt"/>
              <a:ea typeface="+mj-ea"/>
              <a:cs typeface="MiSans Heavy" panose="00000A00000000000000" charset="-122"/>
              <a:sym typeface="+mn-ea"/>
            </a:endParaRPr>
          </a:p>
        </p:txBody>
      </p:sp>
      <p:sp>
        <p:nvSpPr>
          <p:cNvPr id="23" name="标题"/>
          <p:cNvSpPr txBox="1"/>
          <p:nvPr>
            <p:custDataLst>
              <p:tags r:id="rId6"/>
            </p:custDataLst>
          </p:nvPr>
        </p:nvSpPr>
        <p:spPr>
          <a:xfrm>
            <a:off x="664369" y="3487579"/>
            <a:ext cx="1771650" cy="1402080"/>
          </a:xfrm>
          <a:prstGeom prst="rect">
            <a:avLst/>
          </a:prstGeom>
          <a:noFill/>
        </p:spPr>
        <p:txBody>
          <a:bodyPr wrap="square" lIns="0" tIns="0" rIns="0" bIns="0" rtlCol="0" anchor="t" anchorCtr="0">
            <a:normAutofit/>
          </a:bodyPr>
          <a:lstStyle/>
          <a:p>
            <a:pPr lvl="0" algn="l">
              <a:buClrTx/>
              <a:buSzTx/>
              <a:buFontTx/>
            </a:pPr>
            <a:r>
              <a:rPr lang="zh-CN" altLang="en-US" sz="1800" dirty="0">
                <a:solidFill>
                  <a:schemeClr val="accent1"/>
                </a:solidFill>
                <a:latin typeface="+mj-ea"/>
                <a:ea typeface="+mj-ea"/>
                <a:cs typeface="MiSans Heavy" panose="00000A00000000000000" charset="-122"/>
                <a:sym typeface="+mn-ea"/>
              </a:rPr>
              <a:t>笔试</a:t>
            </a:r>
            <a:endParaRPr lang="zh-CN" altLang="en-US" sz="1800" dirty="0">
              <a:solidFill>
                <a:schemeClr val="accent1"/>
              </a:solidFill>
              <a:latin typeface="+mj-ea"/>
              <a:ea typeface="+mj-ea"/>
              <a:cs typeface="MiSans Heavy" panose="00000A00000000000000" charset="-122"/>
              <a:sym typeface="+mn-ea"/>
            </a:endParaRPr>
          </a:p>
        </p:txBody>
      </p:sp>
      <p:cxnSp>
        <p:nvCxnSpPr>
          <p:cNvPr id="16" name="直接连接符 15"/>
          <p:cNvCxnSpPr/>
          <p:nvPr>
            <p:custDataLst>
              <p:tags r:id="rId7"/>
            </p:custDataLst>
          </p:nvPr>
        </p:nvCxnSpPr>
        <p:spPr>
          <a:xfrm>
            <a:off x="2804636" y="3319463"/>
            <a:ext cx="1410653"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8"/>
            </p:custDataLst>
          </p:nvPr>
        </p:nvCxnSpPr>
        <p:spPr>
          <a:xfrm>
            <a:off x="2804636" y="3319463"/>
            <a:ext cx="24336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序号"/>
          <p:cNvSpPr txBox="1"/>
          <p:nvPr>
            <p:custDataLst>
              <p:tags r:id="rId9"/>
            </p:custDataLst>
          </p:nvPr>
        </p:nvSpPr>
        <p:spPr>
          <a:xfrm>
            <a:off x="2804636" y="2876550"/>
            <a:ext cx="682466" cy="361950"/>
          </a:xfrm>
          <a:prstGeom prst="rect">
            <a:avLst/>
          </a:prstGeom>
          <a:noFill/>
        </p:spPr>
        <p:txBody>
          <a:bodyPr vert="horz" wrap="square" lIns="0" tIns="0" rIns="0" bIns="0" rtlCol="0" anchor="b" anchorCtr="0">
            <a:normAutofit/>
          </a:bodyPr>
          <a:lstStyle/>
          <a:p>
            <a:pPr lvl="0" algn="l">
              <a:buClrTx/>
              <a:buSzTx/>
              <a:buFontTx/>
            </a:pPr>
            <a:r>
              <a:rPr lang="en-US" altLang="zh-CN" sz="1500" dirty="0">
                <a:solidFill>
                  <a:schemeClr val="accent1"/>
                </a:solidFill>
                <a:latin typeface="+mj-lt"/>
                <a:ea typeface="+mj-ea"/>
                <a:cs typeface="MiSans Heavy" panose="00000A00000000000000" charset="-122"/>
                <a:sym typeface="+mn-ea"/>
              </a:rPr>
              <a:t>02.</a:t>
            </a:r>
            <a:endParaRPr lang="en-US" altLang="zh-CN" sz="1500" dirty="0">
              <a:solidFill>
                <a:schemeClr val="accent1"/>
              </a:solidFill>
              <a:latin typeface="+mj-lt"/>
              <a:ea typeface="+mj-ea"/>
              <a:cs typeface="MiSans Heavy" panose="00000A00000000000000" charset="-122"/>
              <a:sym typeface="+mn-ea"/>
            </a:endParaRPr>
          </a:p>
        </p:txBody>
      </p:sp>
      <p:sp>
        <p:nvSpPr>
          <p:cNvPr id="33" name="标题"/>
          <p:cNvSpPr txBox="1"/>
          <p:nvPr>
            <p:custDataLst>
              <p:tags r:id="rId10"/>
            </p:custDataLst>
          </p:nvPr>
        </p:nvSpPr>
        <p:spPr>
          <a:xfrm>
            <a:off x="2804636" y="3487579"/>
            <a:ext cx="1771650" cy="1402080"/>
          </a:xfrm>
          <a:prstGeom prst="rect">
            <a:avLst/>
          </a:prstGeom>
          <a:noFill/>
        </p:spPr>
        <p:txBody>
          <a:bodyPr wrap="square" lIns="0" tIns="0" rIns="0" bIns="0" rtlCol="0" anchor="t" anchorCtr="0">
            <a:normAutofit/>
          </a:bodyPr>
          <a:lstStyle/>
          <a:p>
            <a:pPr lvl="0" algn="l">
              <a:buClrTx/>
              <a:buSzTx/>
              <a:buFontTx/>
            </a:pPr>
            <a:r>
              <a:rPr lang="zh-CN" altLang="en-US" sz="1800" dirty="0">
                <a:solidFill>
                  <a:schemeClr val="accent1"/>
                </a:solidFill>
                <a:latin typeface="+mj-ea"/>
                <a:ea typeface="+mj-ea"/>
                <a:cs typeface="MiSans Heavy" panose="00000A00000000000000" charset="-122"/>
                <a:sym typeface="+mn-ea"/>
              </a:rPr>
              <a:t>机试</a:t>
            </a:r>
            <a:endParaRPr lang="zh-CN" altLang="en-US" sz="1800" dirty="0">
              <a:solidFill>
                <a:schemeClr val="accent1"/>
              </a:solidFill>
              <a:latin typeface="+mj-ea"/>
              <a:ea typeface="+mj-ea"/>
              <a:cs typeface="MiSans Heavy" panose="00000A00000000000000" charset="-122"/>
              <a:sym typeface="+mn-ea"/>
            </a:endParaRPr>
          </a:p>
        </p:txBody>
      </p:sp>
      <p:cxnSp>
        <p:nvCxnSpPr>
          <p:cNvPr id="36" name="直接连接符 35"/>
          <p:cNvCxnSpPr/>
          <p:nvPr>
            <p:custDataLst>
              <p:tags r:id="rId11"/>
            </p:custDataLst>
          </p:nvPr>
        </p:nvCxnSpPr>
        <p:spPr>
          <a:xfrm>
            <a:off x="7085171" y="3319463"/>
            <a:ext cx="1410653"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12"/>
            </p:custDataLst>
          </p:nvPr>
        </p:nvCxnSpPr>
        <p:spPr>
          <a:xfrm>
            <a:off x="7085171" y="3319463"/>
            <a:ext cx="24336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序号"/>
          <p:cNvSpPr txBox="1"/>
          <p:nvPr>
            <p:custDataLst>
              <p:tags r:id="rId13"/>
            </p:custDataLst>
          </p:nvPr>
        </p:nvSpPr>
        <p:spPr>
          <a:xfrm>
            <a:off x="7085171" y="2876550"/>
            <a:ext cx="682466" cy="361950"/>
          </a:xfrm>
          <a:prstGeom prst="rect">
            <a:avLst/>
          </a:prstGeom>
          <a:noFill/>
        </p:spPr>
        <p:txBody>
          <a:bodyPr vert="horz" wrap="square" lIns="0" tIns="0" rIns="0" bIns="0" rtlCol="0" anchor="b" anchorCtr="0">
            <a:normAutofit/>
          </a:bodyPr>
          <a:lstStyle/>
          <a:p>
            <a:pPr lvl="0" algn="l">
              <a:buClrTx/>
              <a:buSzTx/>
              <a:buFontTx/>
            </a:pPr>
            <a:r>
              <a:rPr lang="en-US" altLang="zh-CN" sz="1500" dirty="0">
                <a:solidFill>
                  <a:schemeClr val="accent1"/>
                </a:solidFill>
                <a:latin typeface="+mj-lt"/>
                <a:ea typeface="+mj-ea"/>
                <a:cs typeface="MiSans Heavy" panose="00000A00000000000000" charset="-122"/>
                <a:sym typeface="+mn-ea"/>
              </a:rPr>
              <a:t>04.</a:t>
            </a:r>
            <a:endParaRPr lang="en-US" altLang="zh-CN" sz="1500" dirty="0">
              <a:solidFill>
                <a:schemeClr val="accent1"/>
              </a:solidFill>
              <a:latin typeface="+mj-lt"/>
              <a:ea typeface="+mj-ea"/>
              <a:cs typeface="MiSans Heavy" panose="00000A00000000000000" charset="-122"/>
              <a:sym typeface="+mn-ea"/>
            </a:endParaRPr>
          </a:p>
        </p:txBody>
      </p:sp>
      <p:sp>
        <p:nvSpPr>
          <p:cNvPr id="54" name="标题"/>
          <p:cNvSpPr txBox="1"/>
          <p:nvPr>
            <p:custDataLst>
              <p:tags r:id="rId14"/>
            </p:custDataLst>
          </p:nvPr>
        </p:nvSpPr>
        <p:spPr>
          <a:xfrm>
            <a:off x="7085171" y="3487579"/>
            <a:ext cx="1771650" cy="1402080"/>
          </a:xfrm>
          <a:prstGeom prst="rect">
            <a:avLst/>
          </a:prstGeom>
          <a:noFill/>
        </p:spPr>
        <p:txBody>
          <a:bodyPr wrap="square" lIns="0" tIns="0" rIns="0" bIns="0" rtlCol="0" anchor="t" anchorCtr="0">
            <a:normAutofit/>
          </a:bodyPr>
          <a:lstStyle/>
          <a:p>
            <a:pPr lvl="0" algn="l">
              <a:buClrTx/>
              <a:buSzTx/>
              <a:buFontTx/>
            </a:pPr>
            <a:r>
              <a:rPr lang="zh-CN" altLang="en-US" sz="1800" dirty="0">
                <a:solidFill>
                  <a:schemeClr val="accent1"/>
                </a:solidFill>
                <a:latin typeface="+mj-ea"/>
                <a:ea typeface="+mj-ea"/>
                <a:cs typeface="MiSans Heavy" panose="00000A00000000000000" charset="-122"/>
                <a:sym typeface="+mn-ea"/>
              </a:rPr>
              <a:t>专业面试</a:t>
            </a:r>
            <a:endParaRPr lang="zh-CN" altLang="en-US" sz="1800" dirty="0">
              <a:solidFill>
                <a:schemeClr val="accent1"/>
              </a:solidFill>
              <a:latin typeface="+mj-ea"/>
              <a:ea typeface="+mj-ea"/>
              <a:cs typeface="MiSans Heavy" panose="00000A00000000000000" charset="-122"/>
              <a:sym typeface="+mn-ea"/>
            </a:endParaRPr>
          </a:p>
        </p:txBody>
      </p:sp>
      <p:cxnSp>
        <p:nvCxnSpPr>
          <p:cNvPr id="57" name="直接连接符 56"/>
          <p:cNvCxnSpPr/>
          <p:nvPr>
            <p:custDataLst>
              <p:tags r:id="rId15"/>
            </p:custDataLst>
          </p:nvPr>
        </p:nvCxnSpPr>
        <p:spPr>
          <a:xfrm>
            <a:off x="4944904" y="3319463"/>
            <a:ext cx="1410653"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custDataLst>
              <p:tags r:id="rId16"/>
            </p:custDataLst>
          </p:nvPr>
        </p:nvCxnSpPr>
        <p:spPr>
          <a:xfrm>
            <a:off x="4944904" y="3319463"/>
            <a:ext cx="24336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序号"/>
          <p:cNvSpPr txBox="1"/>
          <p:nvPr>
            <p:custDataLst>
              <p:tags r:id="rId17"/>
            </p:custDataLst>
          </p:nvPr>
        </p:nvSpPr>
        <p:spPr>
          <a:xfrm>
            <a:off x="4944904" y="2876550"/>
            <a:ext cx="682466" cy="361950"/>
          </a:xfrm>
          <a:prstGeom prst="rect">
            <a:avLst/>
          </a:prstGeom>
          <a:noFill/>
        </p:spPr>
        <p:txBody>
          <a:bodyPr vert="horz" wrap="square" lIns="0" tIns="0" rIns="0" bIns="0" rtlCol="0" anchor="b" anchorCtr="0">
            <a:normAutofit/>
          </a:bodyPr>
          <a:lstStyle/>
          <a:p>
            <a:pPr lvl="0" algn="l">
              <a:buClrTx/>
              <a:buSzTx/>
              <a:buFontTx/>
            </a:pPr>
            <a:r>
              <a:rPr lang="en-US" altLang="zh-CN" sz="1500" dirty="0">
                <a:solidFill>
                  <a:schemeClr val="accent1"/>
                </a:solidFill>
                <a:latin typeface="+mj-lt"/>
                <a:ea typeface="+mj-ea"/>
                <a:cs typeface="MiSans Heavy" panose="00000A00000000000000" charset="-122"/>
                <a:sym typeface="+mn-ea"/>
              </a:rPr>
              <a:t>03.</a:t>
            </a:r>
            <a:endParaRPr lang="en-US" altLang="zh-CN" sz="1500" dirty="0">
              <a:solidFill>
                <a:schemeClr val="accent1"/>
              </a:solidFill>
              <a:latin typeface="+mj-lt"/>
              <a:ea typeface="+mj-ea"/>
              <a:cs typeface="MiSans Heavy" panose="00000A00000000000000" charset="-122"/>
              <a:sym typeface="+mn-ea"/>
            </a:endParaRPr>
          </a:p>
        </p:txBody>
      </p:sp>
      <p:sp>
        <p:nvSpPr>
          <p:cNvPr id="61" name="标题"/>
          <p:cNvSpPr txBox="1"/>
          <p:nvPr>
            <p:custDataLst>
              <p:tags r:id="rId18"/>
            </p:custDataLst>
          </p:nvPr>
        </p:nvSpPr>
        <p:spPr>
          <a:xfrm>
            <a:off x="4944904" y="3487579"/>
            <a:ext cx="1771650" cy="1402080"/>
          </a:xfrm>
          <a:prstGeom prst="rect">
            <a:avLst/>
          </a:prstGeom>
          <a:noFill/>
        </p:spPr>
        <p:txBody>
          <a:bodyPr wrap="square" lIns="0" tIns="0" rIns="0" bIns="0" rtlCol="0" anchor="t" anchorCtr="0">
            <a:normAutofit/>
          </a:bodyPr>
          <a:lstStyle/>
          <a:p>
            <a:pPr lvl="0" algn="l">
              <a:buClrTx/>
              <a:buSzTx/>
              <a:buFontTx/>
            </a:pPr>
            <a:r>
              <a:rPr lang="zh-CN" altLang="en-US" sz="1800" dirty="0">
                <a:solidFill>
                  <a:schemeClr val="accent1"/>
                </a:solidFill>
                <a:latin typeface="+mj-ea"/>
                <a:ea typeface="+mj-ea"/>
                <a:cs typeface="MiSans Heavy" panose="00000A00000000000000" charset="-122"/>
                <a:sym typeface="+mn-ea"/>
              </a:rPr>
              <a:t>英语面试</a:t>
            </a:r>
            <a:endParaRPr lang="zh-CN" altLang="en-US" sz="1800" dirty="0">
              <a:solidFill>
                <a:schemeClr val="accent1"/>
              </a:solidFill>
              <a:latin typeface="+mj-ea"/>
              <a:ea typeface="+mj-ea"/>
              <a:cs typeface="MiSans Heavy" panose="00000A00000000000000" charset="-122"/>
              <a:sym typeface="+mn-ea"/>
            </a:endParaRPr>
          </a:p>
        </p:txBody>
      </p:sp>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521335" y="1381760"/>
            <a:ext cx="8100695" cy="4178300"/>
          </a:xfrm>
          <a:prstGeom prst="rect">
            <a:avLst/>
          </a:prstGeom>
          <a:noFill/>
        </p:spPr>
        <p:txBody>
          <a:bodyPr wrap="square" rtlCol="0">
            <a:normAutofit lnSpcReduction="20000"/>
          </a:bodyPr>
          <a:p>
            <a:r>
              <a:rPr lang="en-US" altLang="zh-CN">
                <a:solidFill>
                  <a:schemeClr val="tx1"/>
                </a:solidFill>
                <a:latin typeface="+mn-lt"/>
                <a:ea typeface="+mn-ea"/>
              </a:rPr>
              <a:t>(</a:t>
            </a:r>
            <a:r>
              <a:rPr lang="zh-CN" altLang="en-US">
                <a:solidFill>
                  <a:schemeClr val="tx1"/>
                </a:solidFill>
                <a:latin typeface="+mn-lt"/>
                <a:ea typeface="+mn-ea"/>
              </a:rPr>
              <a:t>回忆版</a:t>
            </a:r>
            <a:r>
              <a:rPr lang="en-US" altLang="zh-CN">
                <a:solidFill>
                  <a:schemeClr val="tx1"/>
                </a:solidFill>
                <a:latin typeface="+mn-lt"/>
                <a:ea typeface="+mn-ea"/>
              </a:rPr>
              <a:t>, </a:t>
            </a:r>
            <a:r>
              <a:rPr lang="zh-CN" altLang="en-US">
                <a:solidFill>
                  <a:schemeClr val="tx1"/>
                </a:solidFill>
                <a:latin typeface="+mn-lt"/>
                <a:ea typeface="+mn-ea"/>
              </a:rPr>
              <a:t>可能有不准确的部分</a:t>
            </a:r>
            <a:r>
              <a:rPr lang="en-US" altLang="zh-CN">
                <a:solidFill>
                  <a:schemeClr val="tx1"/>
                </a:solidFill>
                <a:latin typeface="+mn-lt"/>
                <a:ea typeface="+mn-ea"/>
              </a:rPr>
              <a:t>)</a:t>
            </a:r>
            <a:r>
              <a:rPr lang="zh-CN" altLang="en-US">
                <a:solidFill>
                  <a:schemeClr val="tx1"/>
                </a:solidFill>
                <a:latin typeface="+mn-lt"/>
                <a:ea typeface="+mn-ea"/>
              </a:rPr>
              <a:t>共</a:t>
            </a:r>
            <a:r>
              <a:rPr lang="en-US" altLang="zh-CN">
                <a:solidFill>
                  <a:schemeClr val="tx1"/>
                </a:solidFill>
                <a:latin typeface="+mn-lt"/>
                <a:ea typeface="+mn-ea"/>
              </a:rPr>
              <a:t>5</a:t>
            </a:r>
            <a:r>
              <a:rPr lang="zh-CN" altLang="en-US">
                <a:solidFill>
                  <a:schemeClr val="tx1"/>
                </a:solidFill>
                <a:latin typeface="+mn-lt"/>
                <a:ea typeface="+mn-ea"/>
              </a:rPr>
              <a:t>题</a:t>
            </a:r>
            <a:r>
              <a:rPr lang="en-US" altLang="zh-CN">
                <a:solidFill>
                  <a:schemeClr val="tx1"/>
                </a:solidFill>
                <a:latin typeface="+mn-lt"/>
                <a:ea typeface="+mn-ea"/>
              </a:rPr>
              <a:t>, </a:t>
            </a:r>
            <a:r>
              <a:rPr lang="zh-CN" altLang="en-US">
                <a:solidFill>
                  <a:schemeClr val="tx1"/>
                </a:solidFill>
                <a:latin typeface="+mn-lt"/>
                <a:ea typeface="+mn-ea"/>
              </a:rPr>
              <a:t>每题</a:t>
            </a:r>
            <a:r>
              <a:rPr lang="en-US" altLang="zh-CN">
                <a:solidFill>
                  <a:schemeClr val="tx1"/>
                </a:solidFill>
                <a:latin typeface="+mn-lt"/>
                <a:ea typeface="+mn-ea"/>
              </a:rPr>
              <a:t>10</a:t>
            </a:r>
            <a:r>
              <a:rPr lang="zh-CN" altLang="en-US">
                <a:solidFill>
                  <a:schemeClr val="tx1"/>
                </a:solidFill>
                <a:latin typeface="+mn-lt"/>
                <a:ea typeface="+mn-ea"/>
              </a:rPr>
              <a:t>分</a:t>
            </a:r>
            <a:endParaRPr lang="zh-CN" altLang="en-US">
              <a:solidFill>
                <a:schemeClr val="tx1"/>
              </a:solidFill>
              <a:latin typeface="+mn-lt"/>
              <a:ea typeface="+mn-ea"/>
            </a:endParaRPr>
          </a:p>
          <a:p>
            <a:endParaRPr lang="en-US" altLang="zh-CN">
              <a:solidFill>
                <a:schemeClr val="tx1"/>
              </a:solidFill>
              <a:latin typeface="+mn-lt"/>
              <a:ea typeface="+mn-ea"/>
            </a:endParaRPr>
          </a:p>
          <a:p>
            <a:r>
              <a:rPr lang="en-US" altLang="zh-CN">
                <a:solidFill>
                  <a:schemeClr val="tx1"/>
                </a:solidFill>
                <a:latin typeface="+mn-lt"/>
                <a:ea typeface="+mn-ea"/>
              </a:rPr>
              <a:t>1. </a:t>
            </a:r>
            <a:r>
              <a:rPr lang="zh-CN" altLang="en-US">
                <a:solidFill>
                  <a:schemeClr val="tx1"/>
                </a:solidFill>
                <a:latin typeface="+mn-lt"/>
                <a:ea typeface="+mn-ea"/>
              </a:rPr>
              <a:t>可追溯性和不可否认性的定义</a:t>
            </a:r>
            <a:r>
              <a:rPr lang="en-US" altLang="zh-CN">
                <a:solidFill>
                  <a:schemeClr val="tx1"/>
                </a:solidFill>
                <a:latin typeface="+mn-lt"/>
                <a:ea typeface="+mn-ea"/>
              </a:rPr>
              <a:t>, </a:t>
            </a:r>
            <a:r>
              <a:rPr lang="zh-CN" altLang="en-US">
                <a:solidFill>
                  <a:schemeClr val="tx1"/>
                </a:solidFill>
                <a:latin typeface="+mn-lt"/>
                <a:ea typeface="+mn-ea"/>
              </a:rPr>
              <a:t>给出可以实现可追溯性和不可否认性的方法</a:t>
            </a:r>
            <a:endParaRPr lang="zh-CN" altLang="en-US">
              <a:solidFill>
                <a:schemeClr val="tx1"/>
              </a:solidFill>
              <a:latin typeface="+mn-lt"/>
              <a:ea typeface="+mn-ea"/>
            </a:endParaRPr>
          </a:p>
          <a:p>
            <a:endParaRPr lang="zh-CN" altLang="en-US">
              <a:solidFill>
                <a:schemeClr val="tx1"/>
              </a:solidFill>
              <a:latin typeface="+mn-lt"/>
              <a:ea typeface="+mn-ea"/>
            </a:endParaRPr>
          </a:p>
          <a:p>
            <a:r>
              <a:rPr lang="en-US" altLang="zh-CN">
                <a:solidFill>
                  <a:schemeClr val="tx1"/>
                </a:solidFill>
                <a:latin typeface="+mn-lt"/>
                <a:ea typeface="+mn-ea"/>
              </a:rPr>
              <a:t>2. ?</a:t>
            </a:r>
            <a:endParaRPr lang="en-US" altLang="zh-CN">
              <a:solidFill>
                <a:schemeClr val="tx1"/>
              </a:solidFill>
              <a:latin typeface="+mn-lt"/>
              <a:ea typeface="+mn-ea"/>
            </a:endParaRPr>
          </a:p>
          <a:p>
            <a:endParaRPr lang="en-US" altLang="zh-CN">
              <a:solidFill>
                <a:schemeClr val="tx1"/>
              </a:solidFill>
              <a:latin typeface="+mn-lt"/>
              <a:ea typeface="+mn-ea"/>
            </a:endParaRPr>
          </a:p>
          <a:p>
            <a:r>
              <a:rPr lang="en-US" altLang="zh-CN">
                <a:solidFill>
                  <a:schemeClr val="tx1"/>
                </a:solidFill>
                <a:latin typeface="+mn-lt"/>
                <a:ea typeface="+mn-ea"/>
              </a:rPr>
              <a:t>3.</a:t>
            </a:r>
            <a:r>
              <a:rPr lang="en-US" altLang="zh-CN">
                <a:solidFill>
                  <a:schemeClr val="tx1"/>
                </a:solidFill>
                <a:latin typeface="Times New Roman" panose="02020603050405020304" charset="0"/>
                <a:ea typeface="+mn-ea"/>
                <a:cs typeface="Times New Roman" panose="02020603050405020304" charset="0"/>
                <a:sym typeface="+mn-ea"/>
              </a:rPr>
              <a:t>2024</a:t>
            </a:r>
            <a:r>
              <a:rPr lang="zh-CN" altLang="en-US">
                <a:solidFill>
                  <a:schemeClr val="tx1"/>
                </a:solidFill>
                <a:latin typeface="+mn-lt"/>
                <a:ea typeface="+mn-ea"/>
                <a:sym typeface="+mn-ea"/>
              </a:rPr>
              <a:t>年</a:t>
            </a:r>
            <a:r>
              <a:rPr lang="en-US" altLang="zh-CN">
                <a:solidFill>
                  <a:schemeClr val="tx1"/>
                </a:solidFill>
                <a:latin typeface="Times New Roman" panose="02020603050405020304" charset="0"/>
                <a:ea typeface="+mn-ea"/>
                <a:cs typeface="Times New Roman" panose="02020603050405020304" charset="0"/>
                <a:sym typeface="+mn-ea"/>
              </a:rPr>
              <a:t>9</a:t>
            </a:r>
            <a:r>
              <a:rPr lang="zh-CN" altLang="en-US">
                <a:solidFill>
                  <a:schemeClr val="tx1"/>
                </a:solidFill>
                <a:latin typeface="+mn-lt"/>
                <a:ea typeface="+mn-ea"/>
                <a:sym typeface="+mn-ea"/>
              </a:rPr>
              <a:t>月黎巴嫩发生对讲机爆炸事件</a:t>
            </a:r>
            <a:r>
              <a:rPr lang="en-US" altLang="zh-CN">
                <a:solidFill>
                  <a:schemeClr val="tx1"/>
                </a:solidFill>
                <a:latin typeface="+mn-lt"/>
                <a:ea typeface="+mn-ea"/>
                <a:sym typeface="+mn-ea"/>
              </a:rPr>
              <a:t>, </a:t>
            </a:r>
            <a:r>
              <a:rPr lang="zh-CN" altLang="en-US">
                <a:solidFill>
                  <a:schemeClr val="tx1"/>
                </a:solidFill>
                <a:latin typeface="+mn-lt"/>
                <a:ea typeface="+mn-ea"/>
                <a:sym typeface="+mn-ea"/>
              </a:rPr>
              <a:t>网络空间安全甚至可以威胁到物理世界</a:t>
            </a:r>
            <a:r>
              <a:rPr lang="en-US" altLang="zh-CN">
                <a:solidFill>
                  <a:schemeClr val="tx1"/>
                </a:solidFill>
                <a:latin typeface="+mn-lt"/>
                <a:ea typeface="+mn-ea"/>
                <a:sym typeface="+mn-ea"/>
              </a:rPr>
              <a:t>......</a:t>
            </a:r>
            <a:r>
              <a:rPr lang="zh-CN" altLang="en-US">
                <a:solidFill>
                  <a:schemeClr val="tx1"/>
                </a:solidFill>
                <a:latin typeface="+mn-lt"/>
                <a:ea typeface="+mn-ea"/>
                <a:sym typeface="+mn-ea"/>
              </a:rPr>
              <a:t>物理安全</a:t>
            </a:r>
            <a:r>
              <a:rPr lang="en-US" altLang="zh-CN">
                <a:solidFill>
                  <a:schemeClr val="tx1"/>
                </a:solidFill>
                <a:latin typeface="+mn-lt"/>
                <a:ea typeface="+mn-ea"/>
                <a:sym typeface="+mn-ea"/>
              </a:rPr>
              <a:t>, </a:t>
            </a:r>
            <a:r>
              <a:rPr lang="zh-CN" altLang="en-US">
                <a:solidFill>
                  <a:schemeClr val="tx1"/>
                </a:solidFill>
                <a:latin typeface="+mn-lt"/>
                <a:ea typeface="+mn-ea"/>
                <a:sym typeface="+mn-ea"/>
              </a:rPr>
              <a:t>网络安全</a:t>
            </a:r>
            <a:r>
              <a:rPr lang="en-US" altLang="zh-CN">
                <a:solidFill>
                  <a:schemeClr val="tx1"/>
                </a:solidFill>
                <a:latin typeface="+mn-lt"/>
                <a:ea typeface="+mn-ea"/>
                <a:sym typeface="+mn-ea"/>
              </a:rPr>
              <a:t>, </a:t>
            </a:r>
            <a:r>
              <a:rPr lang="zh-CN" altLang="en-US">
                <a:solidFill>
                  <a:schemeClr val="tx1"/>
                </a:solidFill>
                <a:latin typeface="+mn-lt"/>
                <a:ea typeface="+mn-ea"/>
                <a:sym typeface="+mn-ea"/>
              </a:rPr>
              <a:t>社会安全的定义</a:t>
            </a:r>
            <a:r>
              <a:rPr lang="en-US" altLang="zh-CN">
                <a:solidFill>
                  <a:schemeClr val="tx1"/>
                </a:solidFill>
                <a:latin typeface="+mn-lt"/>
                <a:ea typeface="+mn-ea"/>
                <a:sym typeface="+mn-ea"/>
              </a:rPr>
              <a:t>; </a:t>
            </a:r>
            <a:r>
              <a:rPr lang="zh-CN" altLang="en-US">
                <a:solidFill>
                  <a:schemeClr val="tx1"/>
                </a:solidFill>
                <a:latin typeface="+mn-lt"/>
                <a:ea typeface="+mn-ea"/>
                <a:sym typeface="+mn-ea"/>
              </a:rPr>
              <a:t>如何防范类似事件</a:t>
            </a:r>
            <a:r>
              <a:rPr lang="en-US" altLang="zh-CN">
                <a:solidFill>
                  <a:schemeClr val="tx1"/>
                </a:solidFill>
                <a:latin typeface="+mn-lt"/>
                <a:ea typeface="+mn-ea"/>
                <a:sym typeface="+mn-ea"/>
              </a:rPr>
              <a:t>?</a:t>
            </a:r>
            <a:endParaRPr lang="en-US" altLang="zh-CN">
              <a:solidFill>
                <a:schemeClr val="tx1"/>
              </a:solidFill>
              <a:latin typeface="+mn-lt"/>
              <a:ea typeface="+mn-ea"/>
              <a:sym typeface="+mn-ea"/>
            </a:endParaRPr>
          </a:p>
          <a:p>
            <a:endParaRPr lang="en-US" altLang="zh-CN">
              <a:solidFill>
                <a:schemeClr val="tx1"/>
              </a:solidFill>
              <a:latin typeface="+mn-lt"/>
              <a:ea typeface="+mn-ea"/>
            </a:endParaRPr>
          </a:p>
          <a:p>
            <a:r>
              <a:rPr lang="en-US" altLang="zh-CN">
                <a:solidFill>
                  <a:schemeClr val="tx1"/>
                </a:solidFill>
                <a:latin typeface="+mn-lt"/>
                <a:ea typeface="+mn-ea"/>
              </a:rPr>
              <a:t>4. ?</a:t>
            </a:r>
            <a:endParaRPr lang="en-US" altLang="zh-CN">
              <a:solidFill>
                <a:schemeClr val="tx1"/>
              </a:solidFill>
              <a:latin typeface="+mn-lt"/>
              <a:ea typeface="+mn-ea"/>
            </a:endParaRPr>
          </a:p>
          <a:p>
            <a:endParaRPr lang="en-US" altLang="zh-CN">
              <a:solidFill>
                <a:schemeClr val="tx1"/>
              </a:solidFill>
              <a:latin typeface="+mn-lt"/>
              <a:ea typeface="+mn-ea"/>
            </a:endParaRPr>
          </a:p>
          <a:p>
            <a:r>
              <a:rPr lang="en-US" altLang="zh-CN">
                <a:solidFill>
                  <a:schemeClr val="tx1"/>
                </a:solidFill>
                <a:latin typeface="+mn-lt"/>
                <a:ea typeface="+mn-ea"/>
              </a:rPr>
              <a:t>5.</a:t>
            </a:r>
            <a:r>
              <a:rPr lang="zh-CN" altLang="en-US">
                <a:solidFill>
                  <a:schemeClr val="tx1"/>
                </a:solidFill>
                <a:latin typeface="+mn-lt"/>
                <a:ea typeface="+mn-ea"/>
              </a:rPr>
              <a:t>随着某国产大模型的爆火</a:t>
            </a:r>
            <a:r>
              <a:rPr lang="en-US" altLang="zh-CN">
                <a:solidFill>
                  <a:schemeClr val="tx1"/>
                </a:solidFill>
                <a:latin typeface="+mn-lt"/>
                <a:ea typeface="+mn-ea"/>
              </a:rPr>
              <a:t>, </a:t>
            </a:r>
            <a:r>
              <a:rPr lang="zh-CN" altLang="en-US">
                <a:solidFill>
                  <a:schemeClr val="tx1"/>
                </a:solidFill>
                <a:latin typeface="+mn-lt"/>
                <a:ea typeface="+mn-ea"/>
              </a:rPr>
              <a:t>人工智能的安全问题也引起大家关注</a:t>
            </a:r>
            <a:r>
              <a:rPr lang="en-US" altLang="zh-CN">
                <a:solidFill>
                  <a:schemeClr val="tx1"/>
                </a:solidFill>
                <a:latin typeface="+mn-lt"/>
                <a:ea typeface="+mn-ea"/>
              </a:rPr>
              <a:t>, </a:t>
            </a:r>
            <a:r>
              <a:rPr lang="zh-CN" altLang="en-US">
                <a:solidFill>
                  <a:schemeClr val="tx1"/>
                </a:solidFill>
                <a:latin typeface="+mn-lt"/>
                <a:ea typeface="+mn-ea"/>
              </a:rPr>
              <a:t>开源大模型工具</a:t>
            </a:r>
            <a:r>
              <a:rPr lang="en-US" altLang="zh-CN">
                <a:solidFill>
                  <a:schemeClr val="tx1"/>
                </a:solidFill>
                <a:latin typeface="Times New Roman" panose="02020603050405020304" charset="0"/>
                <a:ea typeface="+mn-ea"/>
                <a:cs typeface="Times New Roman" panose="02020603050405020304" charset="0"/>
              </a:rPr>
              <a:t>ollama</a:t>
            </a:r>
            <a:r>
              <a:rPr lang="zh-CN" altLang="en-US">
                <a:solidFill>
                  <a:schemeClr val="tx1"/>
                </a:solidFill>
                <a:latin typeface="+mn-lt"/>
                <a:ea typeface="+mn-ea"/>
              </a:rPr>
              <a:t>被发现</a:t>
            </a:r>
            <a:r>
              <a:rPr lang="en-US" altLang="zh-CN">
                <a:solidFill>
                  <a:schemeClr val="tx1"/>
                </a:solidFill>
                <a:latin typeface="Times New Roman" panose="02020603050405020304" charset="0"/>
                <a:ea typeface="+mn-ea"/>
                <a:cs typeface="Times New Roman" panose="02020603050405020304" charset="0"/>
              </a:rPr>
              <a:t>11434</a:t>
            </a:r>
            <a:r>
              <a:rPr lang="zh-CN" altLang="en-US">
                <a:solidFill>
                  <a:schemeClr val="tx1"/>
                </a:solidFill>
                <a:latin typeface="+mn-lt"/>
                <a:ea typeface="+mn-ea"/>
              </a:rPr>
              <a:t>端口存在风险</a:t>
            </a:r>
            <a:r>
              <a:rPr lang="en-US" altLang="zh-CN">
                <a:solidFill>
                  <a:schemeClr val="tx1"/>
                </a:solidFill>
                <a:latin typeface="+mn-lt"/>
                <a:ea typeface="+mn-ea"/>
              </a:rPr>
              <a:t>, .......</a:t>
            </a:r>
            <a:r>
              <a:rPr lang="zh-CN" altLang="en-US">
                <a:solidFill>
                  <a:schemeClr val="tx1"/>
                </a:solidFill>
                <a:latin typeface="+mn-lt"/>
                <a:ea typeface="+mn-ea"/>
              </a:rPr>
              <a:t>从科研和工程技术两个方面任选一个讨论人工智能安全方面行之有效的解决方法</a:t>
            </a:r>
            <a:endParaRPr lang="zh-CN" altLang="en-US">
              <a:solidFill>
                <a:schemeClr val="tx1"/>
              </a:solidFill>
              <a:latin typeface="+mn-lt"/>
              <a:ea typeface="+mn-ea"/>
            </a:endParaRPr>
          </a:p>
          <a:p>
            <a:endParaRPr lang="zh-CN" altLang="en-US">
              <a:solidFill>
                <a:schemeClr val="tx1"/>
              </a:solidFill>
              <a:latin typeface="+mn-lt"/>
              <a:ea typeface="+mn-ea"/>
            </a:endParaRPr>
          </a:p>
          <a:p>
            <a:endParaRPr lang="zh-CN" altLang="en-US">
              <a:solidFill>
                <a:schemeClr val="tx1"/>
              </a:solidFill>
              <a:latin typeface="+mn-lt"/>
              <a:ea typeface="+mn-ea"/>
            </a:endParaRPr>
          </a:p>
          <a:p>
            <a:r>
              <a:rPr lang="zh-CN" altLang="en-US">
                <a:solidFill>
                  <a:schemeClr val="tx1"/>
                </a:solidFill>
                <a:latin typeface="+mn-lt"/>
                <a:ea typeface="+mn-ea"/>
              </a:rPr>
              <a:t>前几年每年都考的可信计算和密码学没考</a:t>
            </a:r>
            <a:r>
              <a:rPr lang="en-US" altLang="zh-CN">
                <a:solidFill>
                  <a:schemeClr val="tx1"/>
                </a:solidFill>
                <a:latin typeface="+mn-lt"/>
                <a:ea typeface="+mn-ea"/>
              </a:rPr>
              <a:t>, </a:t>
            </a:r>
            <a:r>
              <a:rPr lang="zh-CN" altLang="en-US">
                <a:solidFill>
                  <a:schemeClr val="tx1"/>
                </a:solidFill>
                <a:latin typeface="+mn-lt"/>
                <a:ea typeface="+mn-ea"/>
              </a:rPr>
              <a:t>但我觉得可以作为一些题目的答案</a:t>
            </a:r>
            <a:endParaRPr lang="zh-CN" altLang="en-US">
              <a:solidFill>
                <a:schemeClr val="tx1"/>
              </a:solidFill>
              <a:latin typeface="+mn-lt"/>
              <a:ea typeface="+mn-ea"/>
            </a:endParaRPr>
          </a:p>
        </p:txBody>
      </p:sp>
      <p:sp>
        <p:nvSpPr>
          <p:cNvPr id="5" name="标题 4"/>
          <p:cNvSpPr txBox="1">
            <a:spLocks noGrp="1"/>
          </p:cNvSpPr>
          <p:nvPr>
            <p:ph type="title" idx="2"/>
            <p:custDataLst>
              <p:tags r:id="rId2"/>
            </p:custDataLst>
          </p:nvPr>
        </p:nvSpPr>
        <p:spPr>
          <a:noFill/>
        </p:spPr>
        <p:txBody>
          <a:bodyPr vert="horz" wrap="square" lIns="91440" tIns="0" rIns="9144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0" normalizeH="0" baseline="0" noProof="1" dirty="0">
                <a:solidFill>
                  <a:schemeClr val="accent1"/>
                </a:solidFill>
                <a:latin typeface="+mj-lt"/>
                <a:ea typeface="+mj-ea"/>
                <a:cs typeface="MiSans Heavy" panose="00000A00000000000000" charset="-122"/>
                <a:sym typeface="+mn-ea"/>
              </a:defRPr>
            </a:lvl1pPr>
          </a:lstStyle>
          <a:p>
            <a:pPr lvl="0" algn="l"/>
            <a:r>
              <a:rPr>
                <a:sym typeface="+mn-ea"/>
              </a:rPr>
              <a:t>2025武汉大学国家网络安全学院</a:t>
            </a:r>
            <a:r>
              <a:rPr lang="en-US" altLang="zh-CN">
                <a:sym typeface="+mn-ea"/>
              </a:rPr>
              <a:t>-</a:t>
            </a:r>
            <a:r>
              <a:rPr>
                <a:sym typeface="+mn-ea"/>
              </a:rPr>
              <a:t>笔试题目</a:t>
            </a:r>
            <a:endParaRPr>
              <a:sym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3"/>
          </p:nvPr>
        </p:nvSpPr>
        <p:spPr/>
        <p:txBody>
          <a:bodyPr/>
          <a:p>
            <a:endParaRPr lang="zh-CN" altLang="en-US"/>
          </a:p>
        </p:txBody>
      </p:sp>
      <p:sp>
        <p:nvSpPr>
          <p:cNvPr id="3" name="标题 2"/>
          <p:cNvSpPr>
            <a:spLocks noGrp="1"/>
          </p:cNvSpPr>
          <p:nvPr>
            <p:ph type="title" idx="2"/>
          </p:nvPr>
        </p:nvSpPr>
        <p:spPr/>
        <p:txBody>
          <a:bodyPr>
            <a:normAutofit/>
          </a:bodyPr>
          <a:p>
            <a:r>
              <a:rPr lang="zh-CN" altLang="en-US"/>
              <a:t>另一个同学的回忆</a:t>
            </a:r>
            <a:endParaRPr lang="zh-CN" altLang="en-US"/>
          </a:p>
        </p:txBody>
      </p:sp>
      <p:pic>
        <p:nvPicPr>
          <p:cNvPr id="4" name="图片 3"/>
          <p:cNvPicPr/>
          <p:nvPr/>
        </p:nvPicPr>
        <p:blipFill>
          <a:blip r:embed="rId1"/>
          <a:stretch>
            <a:fillRect/>
          </a:stretch>
        </p:blipFill>
        <p:spPr>
          <a:xfrm>
            <a:off x="467995" y="1861820"/>
            <a:ext cx="7567930" cy="2842260"/>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txBox="1">
            <a:spLocks noGrp="1"/>
          </p:cNvSpPr>
          <p:nvPr>
            <p:ph type="title" idx="2"/>
            <p:custDataLst>
              <p:tags r:id="rId1"/>
            </p:custDataLst>
          </p:nvPr>
        </p:nvSpPr>
        <p:spPr>
          <a:noFill/>
        </p:spPr>
        <p:txBody>
          <a:bodyPr vert="horz" wrap="square" lIns="91440" tIns="0" rIns="9144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r>
              <a:rPr>
                <a:sym typeface="+mn-ea"/>
              </a:rPr>
              <a:t>笔试学习指南</a:t>
            </a:r>
            <a:endParaRPr>
              <a:sym typeface="+mn-ea"/>
            </a:endParaRPr>
          </a:p>
        </p:txBody>
      </p:sp>
      <p:pic>
        <p:nvPicPr>
          <p:cNvPr id="7" name="图片 6"/>
          <p:cNvPicPr>
            <a:picLocks noChangeAspect="1"/>
          </p:cNvPicPr>
          <p:nvPr/>
        </p:nvPicPr>
        <p:blipFill>
          <a:blip r:embed="rId2"/>
          <a:stretch>
            <a:fillRect/>
          </a:stretch>
        </p:blipFill>
        <p:spPr>
          <a:xfrm>
            <a:off x="4643755" y="1917065"/>
            <a:ext cx="2884170" cy="1253490"/>
          </a:xfrm>
          <a:prstGeom prst="rect">
            <a:avLst/>
          </a:prstGeom>
        </p:spPr>
      </p:pic>
      <p:sp>
        <p:nvSpPr>
          <p:cNvPr id="9" name="文本框 8"/>
          <p:cNvSpPr txBox="1"/>
          <p:nvPr/>
        </p:nvSpPr>
        <p:spPr>
          <a:xfrm>
            <a:off x="4716145" y="3500755"/>
            <a:ext cx="3651250" cy="2030095"/>
          </a:xfrm>
          <a:prstGeom prst="rect">
            <a:avLst/>
          </a:prstGeom>
          <a:noFill/>
        </p:spPr>
        <p:txBody>
          <a:bodyPr wrap="square" rtlCol="0">
            <a:spAutoFit/>
          </a:bodyPr>
          <a:p>
            <a:r>
              <a:rPr lang="zh-CN" altLang="en-US"/>
              <a:t>看这两个武大老师版本的</a:t>
            </a:r>
            <a:endParaRPr lang="zh-CN" altLang="en-US"/>
          </a:p>
          <a:p>
            <a:r>
              <a:rPr lang="en-US" altLang="zh-CN"/>
              <a:t>ppt</a:t>
            </a:r>
            <a:r>
              <a:rPr lang="zh-CN" altLang="en-US"/>
              <a:t>写的比较晦涩</a:t>
            </a:r>
            <a:r>
              <a:rPr lang="en-US" altLang="zh-CN"/>
              <a:t>, </a:t>
            </a:r>
            <a:r>
              <a:rPr lang="zh-CN" altLang="en-US"/>
              <a:t>只能说多看几遍</a:t>
            </a:r>
            <a:r>
              <a:rPr lang="en-US" altLang="zh-CN"/>
              <a:t>, </a:t>
            </a:r>
            <a:r>
              <a:rPr lang="zh-CN" altLang="en-US"/>
              <a:t>尽量理解</a:t>
            </a:r>
            <a:r>
              <a:rPr lang="en-US" altLang="zh-CN"/>
              <a:t>, </a:t>
            </a:r>
            <a:r>
              <a:rPr lang="zh-CN" altLang="en-US"/>
              <a:t>记住多少是多少</a:t>
            </a:r>
            <a:endParaRPr lang="zh-CN" altLang="en-US"/>
          </a:p>
          <a:p>
            <a:r>
              <a:rPr lang="zh-CN" altLang="en-US"/>
              <a:t>其中实在理解不了的地方也不用钻牛角尖</a:t>
            </a:r>
            <a:r>
              <a:rPr lang="en-US" altLang="zh-CN"/>
              <a:t>, </a:t>
            </a:r>
            <a:r>
              <a:rPr lang="zh-CN" altLang="en-US"/>
              <a:t>和左边说的一样</a:t>
            </a:r>
            <a:r>
              <a:rPr lang="en-US" altLang="zh-CN"/>
              <a:t>, </a:t>
            </a:r>
            <a:r>
              <a:rPr lang="zh-CN" altLang="en-US"/>
              <a:t>笔试是开放性答案</a:t>
            </a:r>
            <a:r>
              <a:rPr lang="en-US" altLang="zh-CN"/>
              <a:t>, </a:t>
            </a:r>
            <a:r>
              <a:rPr lang="zh-CN" altLang="en-US"/>
              <a:t>对信息系统安全大体掌握即可</a:t>
            </a:r>
            <a:endParaRPr lang="zh-CN" altLang="en-US"/>
          </a:p>
        </p:txBody>
      </p:sp>
      <p:sp>
        <p:nvSpPr>
          <p:cNvPr id="11" name="矩形 10"/>
          <p:cNvSpPr/>
          <p:nvPr/>
        </p:nvSpPr>
        <p:spPr>
          <a:xfrm>
            <a:off x="5003800" y="1340485"/>
            <a:ext cx="896620" cy="398780"/>
          </a:xfrm>
          <a:prstGeom prst="rect">
            <a:avLst/>
          </a:prstGeom>
          <a:noFill/>
          <a:ln>
            <a:noFill/>
          </a:ln>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rPr>
              <a:t>1.PPT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18" name="矩形 17"/>
          <p:cNvSpPr/>
          <p:nvPr/>
        </p:nvSpPr>
        <p:spPr>
          <a:xfrm>
            <a:off x="683260" y="1340485"/>
            <a:ext cx="1480820" cy="398780"/>
          </a:xfrm>
          <a:prstGeom prst="rect">
            <a:avLst/>
          </a:prstGeom>
          <a:noFill/>
          <a:ln>
            <a:noFill/>
          </a:ln>
        </p:spPr>
        <p:txBody>
          <a:bodyPr wrap="square" rtlCol="0" anchor="t">
            <a:spAutoFit/>
          </a:bodyPr>
          <a:p>
            <a:pPr algn="ctr"/>
            <a:r>
              <a:rPr lang="zh-CN" altLang="en-US" sz="2000" b="1">
                <a:solidFill>
                  <a:schemeClr val="accent1"/>
                </a:solidFill>
                <a:effectLst>
                  <a:outerShdw blurRad="38100" dist="25400" dir="5400000" algn="ctr" rotWithShape="0">
                    <a:srgbClr val="6E747A">
                      <a:alpha val="43000"/>
                    </a:srgbClr>
                  </a:outerShdw>
                </a:effectLst>
              </a:rPr>
              <a:t>笔试怎么学</a:t>
            </a:r>
            <a:r>
              <a:rPr lang="en-US" altLang="zh-CN" sz="2000" b="1">
                <a:solidFill>
                  <a:schemeClr val="accent1"/>
                </a:solidFill>
                <a:effectLst>
                  <a:outerShdw blurRad="38100" dist="25400" dir="5400000" algn="ctr" rotWithShape="0">
                    <a:srgbClr val="6E747A">
                      <a:alpha val="43000"/>
                    </a:srgbClr>
                  </a:outerShdw>
                </a:effectLst>
              </a:rPr>
              <a: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22" name="文本框 21"/>
          <p:cNvSpPr txBox="1"/>
          <p:nvPr/>
        </p:nvSpPr>
        <p:spPr>
          <a:xfrm>
            <a:off x="539750" y="1988820"/>
            <a:ext cx="3509645" cy="2584450"/>
          </a:xfrm>
          <a:prstGeom prst="rect">
            <a:avLst/>
          </a:prstGeom>
          <a:noFill/>
        </p:spPr>
        <p:txBody>
          <a:bodyPr wrap="square" rtlCol="0">
            <a:spAutoFit/>
          </a:bodyPr>
          <a:p>
            <a:r>
              <a:rPr lang="zh-CN" altLang="en-US"/>
              <a:t>笔试科目</a:t>
            </a:r>
            <a:r>
              <a:rPr lang="en-US" altLang="zh-CN"/>
              <a:t>: &lt;</a:t>
            </a:r>
            <a:r>
              <a:rPr lang="zh-CN" altLang="en-US"/>
              <a:t>信息系统安全</a:t>
            </a:r>
            <a:r>
              <a:rPr lang="en-US" altLang="zh-CN"/>
              <a:t>&gt;</a:t>
            </a:r>
            <a:endParaRPr lang="en-US" altLang="zh-CN"/>
          </a:p>
          <a:p>
            <a:r>
              <a:rPr lang="zh-CN" altLang="en-US"/>
              <a:t>同时掺杂一些密码学</a:t>
            </a:r>
            <a:r>
              <a:rPr lang="en-US" altLang="zh-CN"/>
              <a:t>, </a:t>
            </a:r>
            <a:r>
              <a:rPr lang="zh-CN" altLang="en-US"/>
              <a:t>人工智能方面的内容</a:t>
            </a:r>
            <a:endParaRPr lang="zh-CN" altLang="en-US"/>
          </a:p>
          <a:p>
            <a:endParaRPr lang="zh-CN" altLang="en-US"/>
          </a:p>
          <a:p>
            <a:r>
              <a:rPr lang="zh-CN" altLang="en-US"/>
              <a:t>本科没学过的同学也不用担心</a:t>
            </a:r>
            <a:r>
              <a:rPr lang="en-US" altLang="zh-CN"/>
              <a:t>, </a:t>
            </a:r>
            <a:r>
              <a:rPr lang="zh-CN" altLang="en-US"/>
              <a:t>题目比较基础且答案开放</a:t>
            </a:r>
            <a:r>
              <a:rPr lang="en-US" altLang="zh-CN"/>
              <a:t>,  </a:t>
            </a:r>
            <a:r>
              <a:rPr lang="zh-CN" altLang="en-US"/>
              <a:t>基本不会完全答不上来</a:t>
            </a:r>
            <a:endParaRPr lang="en-US" altLang="zh-CN"/>
          </a:p>
          <a:p>
            <a:r>
              <a:rPr lang="zh-CN" altLang="en-US"/>
              <a:t>总体上以</a:t>
            </a:r>
            <a:r>
              <a:rPr lang="en-US" altLang="zh-CN"/>
              <a:t>PPT</a:t>
            </a:r>
            <a:r>
              <a:rPr lang="zh-CN" altLang="en-US"/>
              <a:t>的内容为主</a:t>
            </a:r>
            <a:r>
              <a:rPr lang="en-US" altLang="zh-CN"/>
              <a:t>, b</a:t>
            </a:r>
            <a:r>
              <a:rPr lang="zh-CN" altLang="en-US"/>
              <a:t>站网课补充</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2"/>
          </p:nvPr>
        </p:nvSpPr>
        <p:spPr/>
        <p:txBody>
          <a:bodyPr/>
          <a:p>
            <a:r>
              <a:rPr>
                <a:sym typeface="+mn-ea"/>
              </a:rPr>
              <a:t>笔试学习指南</a:t>
            </a:r>
            <a:endParaRPr lang="zh-CN" altLang="en-US"/>
          </a:p>
        </p:txBody>
      </p:sp>
      <p:sp>
        <p:nvSpPr>
          <p:cNvPr id="13" name="矩形 12"/>
          <p:cNvSpPr/>
          <p:nvPr/>
        </p:nvSpPr>
        <p:spPr>
          <a:xfrm>
            <a:off x="682943" y="1266190"/>
            <a:ext cx="1415415" cy="398780"/>
          </a:xfrm>
          <a:prstGeom prst="rect">
            <a:avLst/>
          </a:prstGeom>
          <a:noFill/>
          <a:ln>
            <a:noFill/>
          </a:ln>
        </p:spPr>
        <p:txBody>
          <a:bodyPr wrap="non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rPr>
              <a:t>2.</a:t>
            </a:r>
            <a:r>
              <a:rPr lang="zh-CN" altLang="en-US" sz="2000" b="1">
                <a:solidFill>
                  <a:schemeClr val="accent1"/>
                </a:solidFill>
                <a:effectLst>
                  <a:outerShdw blurRad="38100" dist="25400" dir="5400000" algn="ctr" rotWithShape="0">
                    <a:srgbClr val="6E747A">
                      <a:alpha val="43000"/>
                    </a:srgbClr>
                  </a:outerShdw>
                </a:effectLst>
              </a:rPr>
              <a:t>课程推荐</a:t>
            </a:r>
            <a:endParaRPr lang="zh-CN" altLang="en-US" sz="2000" b="1">
              <a:solidFill>
                <a:schemeClr val="accent1"/>
              </a:solidFill>
              <a:effectLst>
                <a:outerShdw blurRad="38100" dist="25400" dir="5400000" algn="ctr" rotWithShape="0">
                  <a:srgbClr val="6E747A">
                    <a:alpha val="43000"/>
                  </a:srgbClr>
                </a:outerShdw>
              </a:effectLst>
            </a:endParaRPr>
          </a:p>
        </p:txBody>
      </p:sp>
      <p:pic>
        <p:nvPicPr>
          <p:cNvPr id="14" name="图片 13"/>
          <p:cNvPicPr>
            <a:picLocks noChangeAspect="1"/>
          </p:cNvPicPr>
          <p:nvPr/>
        </p:nvPicPr>
        <p:blipFill>
          <a:blip r:embed="rId1"/>
          <a:stretch>
            <a:fillRect/>
          </a:stretch>
        </p:blipFill>
        <p:spPr>
          <a:xfrm>
            <a:off x="683260" y="2132965"/>
            <a:ext cx="2286000" cy="1950720"/>
          </a:xfrm>
          <a:prstGeom prst="rect">
            <a:avLst/>
          </a:prstGeom>
        </p:spPr>
      </p:pic>
      <p:sp>
        <p:nvSpPr>
          <p:cNvPr id="15" name="文本框 14"/>
          <p:cNvSpPr txBox="1"/>
          <p:nvPr/>
        </p:nvSpPr>
        <p:spPr>
          <a:xfrm>
            <a:off x="683260" y="4437380"/>
            <a:ext cx="3344545" cy="922020"/>
          </a:xfrm>
          <a:prstGeom prst="rect">
            <a:avLst/>
          </a:prstGeom>
          <a:noFill/>
        </p:spPr>
        <p:txBody>
          <a:bodyPr wrap="square" rtlCol="0">
            <a:spAutoFit/>
          </a:bodyPr>
          <a:p>
            <a:r>
              <a:rPr lang="zh-CN" altLang="en-US"/>
              <a:t>笔试可能会考密码学的内容</a:t>
            </a:r>
            <a:r>
              <a:rPr lang="en-US" altLang="zh-CN"/>
              <a:t>, </a:t>
            </a:r>
            <a:r>
              <a:rPr lang="zh-CN" altLang="en-US"/>
              <a:t>但</a:t>
            </a:r>
            <a:r>
              <a:rPr lang="en-US" altLang="zh-CN"/>
              <a:t>ppt</a:t>
            </a:r>
            <a:r>
              <a:rPr lang="zh-CN" altLang="en-US"/>
              <a:t>里没有</a:t>
            </a:r>
            <a:r>
              <a:rPr lang="en-US" altLang="zh-CN"/>
              <a:t>, </a:t>
            </a:r>
            <a:r>
              <a:rPr lang="zh-CN" altLang="en-US"/>
              <a:t>需要自己单独补充</a:t>
            </a:r>
            <a:endParaRPr lang="zh-CN" altLang="en-US"/>
          </a:p>
          <a:p>
            <a:r>
              <a:rPr lang="en-US" altLang="zh-CN"/>
              <a:t>BV1vq4y1R7Yt</a:t>
            </a:r>
            <a:endParaRPr lang="en-US" altLang="zh-CN"/>
          </a:p>
        </p:txBody>
      </p:sp>
      <p:pic>
        <p:nvPicPr>
          <p:cNvPr id="3" name="图片 2"/>
          <p:cNvPicPr>
            <a:picLocks noChangeAspect="1"/>
          </p:cNvPicPr>
          <p:nvPr/>
        </p:nvPicPr>
        <p:blipFill>
          <a:blip r:embed="rId2"/>
          <a:stretch>
            <a:fillRect/>
          </a:stretch>
        </p:blipFill>
        <p:spPr>
          <a:xfrm>
            <a:off x="5076190" y="2125345"/>
            <a:ext cx="2240280" cy="1958340"/>
          </a:xfrm>
          <a:prstGeom prst="rect">
            <a:avLst/>
          </a:prstGeom>
        </p:spPr>
      </p:pic>
      <p:sp>
        <p:nvSpPr>
          <p:cNvPr id="6" name="文本框 5"/>
          <p:cNvSpPr txBox="1"/>
          <p:nvPr/>
        </p:nvSpPr>
        <p:spPr>
          <a:xfrm>
            <a:off x="4643755" y="4437380"/>
            <a:ext cx="3557270" cy="922020"/>
          </a:xfrm>
          <a:prstGeom prst="rect">
            <a:avLst/>
          </a:prstGeom>
          <a:noFill/>
        </p:spPr>
        <p:txBody>
          <a:bodyPr wrap="square" rtlCol="0">
            <a:spAutoFit/>
          </a:bodyPr>
          <a:p>
            <a:r>
              <a:rPr lang="en-US" altLang="zh-CN"/>
              <a:t>ppt</a:t>
            </a:r>
            <a:r>
              <a:rPr lang="zh-CN" altLang="en-US"/>
              <a:t>比较难懂</a:t>
            </a:r>
            <a:r>
              <a:rPr lang="en-US" altLang="zh-CN"/>
              <a:t>, </a:t>
            </a:r>
            <a:r>
              <a:rPr lang="zh-CN" altLang="en-US"/>
              <a:t>可以先看这个课作为基础</a:t>
            </a:r>
            <a:endParaRPr lang="zh-CN" altLang="en-US"/>
          </a:p>
          <a:p>
            <a:r>
              <a:rPr lang="en-US" altLang="zh-CN"/>
              <a:t>BV1c3q6YEEAY</a:t>
            </a:r>
            <a:endParaRPr lang="en-US" altLang="zh-CN"/>
          </a:p>
        </p:txBody>
      </p:sp>
      <p:sp>
        <p:nvSpPr>
          <p:cNvPr id="7" name="文本框 6"/>
          <p:cNvSpPr txBox="1"/>
          <p:nvPr/>
        </p:nvSpPr>
        <p:spPr>
          <a:xfrm>
            <a:off x="652145" y="5949315"/>
            <a:ext cx="7635240" cy="368300"/>
          </a:xfrm>
          <a:prstGeom prst="rect">
            <a:avLst/>
          </a:prstGeom>
          <a:noFill/>
        </p:spPr>
        <p:txBody>
          <a:bodyPr wrap="square" rtlCol="0">
            <a:spAutoFit/>
          </a:bodyPr>
          <a:p>
            <a:r>
              <a:rPr lang="zh-CN" altLang="en-US"/>
              <a:t>但这些视频都只能覆盖一部分的考点</a:t>
            </a:r>
            <a:r>
              <a:rPr lang="en-US" altLang="zh-CN"/>
              <a:t>, </a:t>
            </a:r>
            <a:r>
              <a:rPr lang="zh-CN" altLang="en-US"/>
              <a:t>仅作为辅助学习</a:t>
            </a:r>
            <a:r>
              <a:rPr lang="en-US" altLang="zh-CN"/>
              <a:t>, </a:t>
            </a:r>
            <a:r>
              <a:rPr lang="zh-CN" altLang="en-US"/>
              <a:t>以</a:t>
            </a:r>
            <a:r>
              <a:rPr lang="en-US" altLang="zh-CN"/>
              <a:t>PPT</a:t>
            </a:r>
            <a:r>
              <a:rPr lang="zh-CN" altLang="en-US"/>
              <a:t>为主</a:t>
            </a:r>
            <a:r>
              <a:rPr lang="en-US" altLang="zh-CN"/>
              <a:t>!!!</a:t>
            </a:r>
            <a:endParaRPr lang="en-US" altLang="zh-CN"/>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453390" y="1052830"/>
            <a:ext cx="8168005" cy="282956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683895" y="4149090"/>
            <a:ext cx="7762240" cy="2553970"/>
          </a:xfrm>
          <a:prstGeom prst="rect">
            <a:avLst/>
          </a:prstGeom>
        </p:spPr>
      </p:pic>
      <p:sp>
        <p:nvSpPr>
          <p:cNvPr id="6" name="标题 5"/>
          <p:cNvSpPr txBox="1">
            <a:spLocks noGrp="1"/>
          </p:cNvSpPr>
          <p:nvPr>
            <p:ph type="title" idx="2"/>
            <p:custDataLst>
              <p:tags r:id="rId5"/>
            </p:custDataLst>
          </p:nvPr>
        </p:nvSpPr>
        <p:spPr>
          <a:noFill/>
        </p:spPr>
        <p:txBody>
          <a:bodyPr vert="horz" wrap="square" lIns="91440" tIns="0" rIns="9144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r>
              <a:rPr>
                <a:sym typeface="+mn-ea"/>
              </a:rPr>
              <a:t>2025武汉大学国家网络安全学院</a:t>
            </a:r>
            <a:r>
              <a:rPr lang="en-US" altLang="zh-CN">
                <a:sym typeface="+mn-ea"/>
              </a:rPr>
              <a:t>-</a:t>
            </a:r>
            <a:r>
              <a:rPr>
                <a:sym typeface="+mn-ea"/>
              </a:rPr>
              <a:t>机试题目</a:t>
            </a:r>
            <a:endParaRPr>
              <a:sym typeface="+mn-ea"/>
            </a:endParaRPr>
          </a:p>
        </p:txBody>
      </p:sp>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标题 9"/>
          <p:cNvSpPr txBox="1">
            <a:spLocks noGrp="1"/>
          </p:cNvSpPr>
          <p:nvPr>
            <p:ph type="title" idx="2"/>
          </p:nvPr>
        </p:nvSpPr>
        <p:spPr>
          <a:noFill/>
        </p:spPr>
        <p:txBody>
          <a:bodyPr vert="horz" wrap="square" lIns="91440" tIns="0" rIns="91440" bIns="0" rtlCol="0" anchor="b" anchorCtr="0">
            <a:normAutofit/>
          </a:bodyPr>
          <a:lstStyle>
            <a:lvl1pPr marL="0" marR="0" lvl="0" algn="l" defTabSz="914400" rtl="0" eaLnBrk="1" fontAlgn="auto" latinLnBrk="0" hangingPunct="1">
              <a:lnSpc>
                <a:spcPct val="100000"/>
              </a:lnSpc>
              <a:buClrTx/>
              <a:buSzTx/>
              <a:buFontTx/>
              <a:buNone/>
              <a:defRPr kumimoji="0" lang="zh-CN" altLang="en-US" sz="24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endParaRPr>
              <a:sym typeface="+mn-ea"/>
            </a:endParaRPr>
          </a:p>
        </p:txBody>
      </p:sp>
      <p:pic>
        <p:nvPicPr>
          <p:cNvPr id="7" name="内容占位符 5"/>
          <p:cNvPicPr>
            <a:picLocks noChangeAspect="1"/>
          </p:cNvPicPr>
          <p:nvPr>
            <p:custDataLst>
              <p:tags r:id="rId1"/>
            </p:custDataLst>
          </p:nvPr>
        </p:nvPicPr>
        <p:blipFill>
          <a:blip r:embed="rId2"/>
          <a:stretch>
            <a:fillRect/>
          </a:stretch>
        </p:blipFill>
        <p:spPr>
          <a:xfrm>
            <a:off x="251460" y="260350"/>
            <a:ext cx="8694420" cy="5752465"/>
          </a:xfrm>
          <a:prstGeom prst="rect">
            <a:avLst/>
          </a:prstGeom>
          <a:noFill/>
          <a:ln w="9525">
            <a:noFill/>
          </a:ln>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2"/>
          </p:nvPr>
        </p:nvSpPr>
        <p:spPr/>
        <p:txBody>
          <a:bodyPr/>
          <a:p>
            <a:r>
              <a:rPr lang="zh-CN" altLang="en-US"/>
              <a:t>机试学习指南</a:t>
            </a:r>
            <a:endParaRPr lang="zh-CN" altLang="en-US"/>
          </a:p>
        </p:txBody>
      </p:sp>
      <p:sp>
        <p:nvSpPr>
          <p:cNvPr id="3" name="文本框 2"/>
          <p:cNvSpPr txBox="1"/>
          <p:nvPr/>
        </p:nvSpPr>
        <p:spPr>
          <a:xfrm>
            <a:off x="389890" y="1197610"/>
            <a:ext cx="8286750" cy="3692525"/>
          </a:xfrm>
          <a:prstGeom prst="rect">
            <a:avLst/>
          </a:prstGeom>
          <a:noFill/>
        </p:spPr>
        <p:txBody>
          <a:bodyPr wrap="square" rtlCol="0">
            <a:spAutoFit/>
          </a:bodyPr>
          <a:p>
            <a:r>
              <a:rPr lang="zh-CN" altLang="en-US"/>
              <a:t>机试</a:t>
            </a:r>
            <a:r>
              <a:rPr lang="en-US" altLang="zh-CN"/>
              <a:t>2024</a:t>
            </a:r>
            <a:r>
              <a:rPr lang="zh-CN" altLang="en-US"/>
              <a:t>年才开始考</a:t>
            </a:r>
            <a:r>
              <a:rPr lang="en-US" altLang="zh-CN"/>
              <a:t>, 24. 25</a:t>
            </a:r>
            <a:r>
              <a:rPr lang="zh-CN" altLang="en-US"/>
              <a:t>届都是比较简单的模拟题</a:t>
            </a:r>
            <a:r>
              <a:rPr lang="en-US" altLang="zh-CN"/>
              <a:t>, </a:t>
            </a:r>
            <a:r>
              <a:rPr lang="zh-CN" altLang="en-US"/>
              <a:t>但不排除以后突然变难</a:t>
            </a:r>
            <a:endParaRPr lang="zh-CN" altLang="en-US"/>
          </a:p>
          <a:p>
            <a:r>
              <a:rPr lang="zh-CN" altLang="en-US"/>
              <a:t>具体考研机试难度可以参考当年保研同学的难度</a:t>
            </a:r>
            <a:endParaRPr lang="zh-CN" altLang="en-US"/>
          </a:p>
          <a:p>
            <a:endParaRPr lang="zh-CN" altLang="en-US"/>
          </a:p>
          <a:p>
            <a:r>
              <a:rPr lang="zh-CN" altLang="en-US"/>
              <a:t>武安的题目太少</a:t>
            </a:r>
            <a:r>
              <a:rPr lang="en-US" altLang="zh-CN"/>
              <a:t>, </a:t>
            </a:r>
            <a:r>
              <a:rPr lang="zh-CN" altLang="en-US"/>
              <a:t>可以参考计院的机试题</a:t>
            </a:r>
            <a:r>
              <a:rPr lang="en-US" altLang="zh-CN"/>
              <a:t>:</a:t>
            </a:r>
            <a:endParaRPr lang="zh-CN" altLang="en-US"/>
          </a:p>
          <a:p>
            <a:r>
              <a:rPr lang="en-US" altLang="zh-CN"/>
              <a:t>https://github.com/XUAHW/WHU-CS-KaoYan-Machine-Test</a:t>
            </a:r>
            <a:endParaRPr lang="en-US" altLang="zh-CN"/>
          </a:p>
          <a:p>
            <a:r>
              <a:rPr lang="zh-CN" altLang="en-US"/>
              <a:t>计院的机试难度高于武安</a:t>
            </a:r>
            <a:r>
              <a:rPr lang="en-US" altLang="zh-CN"/>
              <a:t>, </a:t>
            </a:r>
            <a:r>
              <a:rPr lang="zh-CN" altLang="en-US"/>
              <a:t>计院的机试是</a:t>
            </a:r>
            <a:r>
              <a:rPr lang="en-US" altLang="zh-CN"/>
              <a:t>2h, </a:t>
            </a:r>
            <a:r>
              <a:rPr lang="zh-CN" altLang="en-US"/>
              <a:t>而武安机试</a:t>
            </a:r>
            <a:r>
              <a:rPr lang="en-US" altLang="zh-CN"/>
              <a:t>+</a:t>
            </a:r>
            <a:r>
              <a:rPr lang="zh-CN" altLang="en-US"/>
              <a:t>笔试合起来</a:t>
            </a:r>
            <a:r>
              <a:rPr lang="en-US" altLang="zh-CN"/>
              <a:t>2.5h</a:t>
            </a:r>
            <a:endParaRPr lang="en-US" altLang="zh-CN"/>
          </a:p>
          <a:p>
            <a:endParaRPr lang="en-US" altLang="zh-CN"/>
          </a:p>
          <a:p>
            <a:r>
              <a:rPr lang="zh-CN" altLang="en-US"/>
              <a:t>也可以写</a:t>
            </a:r>
            <a:r>
              <a:rPr lang="en-US" altLang="zh-CN"/>
              <a:t>PTA</a:t>
            </a:r>
            <a:r>
              <a:rPr lang="zh-CN" altLang="en-US"/>
              <a:t>乙级题目作为练习</a:t>
            </a:r>
            <a:r>
              <a:rPr lang="en-US" altLang="zh-CN"/>
              <a:t>:</a:t>
            </a:r>
            <a:endParaRPr lang="en-US" altLang="zh-CN"/>
          </a:p>
          <a:p>
            <a:r>
              <a:rPr lang="en-US" altLang="zh-CN"/>
              <a:t>https://pintia.cn/problem-sets/994805260223102976/exam/problems/type/7?starting=true</a:t>
            </a:r>
            <a:endParaRPr lang="en-US" altLang="zh-CN"/>
          </a:p>
          <a:p>
            <a:endParaRPr lang="en-US" altLang="zh-CN"/>
          </a:p>
          <a:p>
            <a:r>
              <a:rPr lang="zh-CN" altLang="en-US"/>
              <a:t>纯零基础可以看代码随想录</a:t>
            </a:r>
            <a:r>
              <a:rPr lang="en-US" altLang="zh-CN"/>
              <a:t>: https://programmercarl.com/qita/language.html</a:t>
            </a:r>
            <a:endParaRPr lang="en-US" altLang="zh-CN"/>
          </a:p>
          <a:p>
            <a:endParaRPr lang="en-US" altLang="zh-CN"/>
          </a:p>
        </p:txBody>
      </p:sp>
      <p:pic>
        <p:nvPicPr>
          <p:cNvPr id="4" name="图片 3"/>
          <p:cNvPicPr>
            <a:picLocks noChangeAspect="1"/>
          </p:cNvPicPr>
          <p:nvPr/>
        </p:nvPicPr>
        <p:blipFill>
          <a:blip r:embed="rId1"/>
          <a:stretch>
            <a:fillRect/>
          </a:stretch>
        </p:blipFill>
        <p:spPr>
          <a:xfrm>
            <a:off x="467360" y="4725035"/>
            <a:ext cx="2247900" cy="1889760"/>
          </a:xfrm>
          <a:prstGeom prst="rect">
            <a:avLst/>
          </a:prstGeom>
        </p:spPr>
      </p:pic>
      <p:sp>
        <p:nvSpPr>
          <p:cNvPr id="5" name="文本框 4"/>
          <p:cNvSpPr txBox="1"/>
          <p:nvPr/>
        </p:nvSpPr>
        <p:spPr>
          <a:xfrm>
            <a:off x="3097530" y="4902835"/>
            <a:ext cx="5434965" cy="645160"/>
          </a:xfrm>
          <a:prstGeom prst="rect">
            <a:avLst/>
          </a:prstGeom>
          <a:noFill/>
        </p:spPr>
        <p:txBody>
          <a:bodyPr wrap="square" rtlCol="0">
            <a:spAutoFit/>
          </a:bodyPr>
          <a:p>
            <a:r>
              <a:rPr lang="zh-CN" altLang="en-US"/>
              <a:t>以上推荐的练习题都比武安机试难</a:t>
            </a:r>
            <a:r>
              <a:rPr lang="en-US" altLang="zh-CN"/>
              <a:t>, </a:t>
            </a:r>
            <a:r>
              <a:rPr lang="zh-CN" altLang="en-US"/>
              <a:t>毕竟这两年的机试实在太简单了</a:t>
            </a:r>
            <a:endParaRPr lang="zh-CN" altLang="en-US"/>
          </a:p>
        </p:txBody>
      </p:sp>
    </p:spTree>
    <p:custDataLst>
      <p:tags r:id="rId2"/>
    </p:custDataLst>
  </p:cSld>
  <p:clrMapOvr>
    <a:masterClrMapping/>
  </p:clrMapOvr>
</p:sld>
</file>

<file path=ppt/tags/tag1.xml><?xml version="1.0" encoding="utf-8"?>
<p:tagLst xmlns:p="http://schemas.openxmlformats.org/presentationml/2006/main">
  <p:tag name="KSO_WM_UNIT_PLACING_PICTURE_USER_VIEWPORT" val="{&quot;height&quot;:10800,&quot;width&quot;:1920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3.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4.xml><?xml version="1.0" encoding="utf-8"?>
<p:tagLst xmlns:p="http://schemas.openxmlformats.org/presentationml/2006/main">
  <p:tag name="KSO_WM_UNIT_PRESET_TEXT" val="Simple &amp; Creative"/>
  <p:tag name="KSO_WM_UNIT_NOCLEAR" val="0"/>
  <p:tag name="KSO_WM_UNIT_VALUE" val="48"/>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ISCONTENTSTITLE" val="0"/>
  <p:tag name="KSO_WM_UNIT_ISNUMDGMTITLE" val="0"/>
  <p:tag name="KSO_WM_UNIT_TEXT_FILL_FORE_SCHEMECOLOR_INDEX_BRIGHTNESS" val="-0.25"/>
  <p:tag name="KSO_WM_UNIT_TEXT_FILL_FORE_SCHEMECOLOR_INDEX" val="14"/>
  <p:tag name="KSO_WM_UNIT_TEXT_FILL_TYPE" val="1"/>
  <p:tag name="KSO_WM_UNIT_CONTENT_GROUP_TYPE" val="contentchip"/>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PA" val="v5.2.11"/>
</p:tagLst>
</file>

<file path=ppt/tags/tag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 name="PA" val="v5.2.11"/>
  <p:tag name="KSO_WM_UNIT_TEXT_LAYER_COUNT" val="1"/>
</p:tagLst>
</file>

<file path=ppt/tags/tag10.xml><?xml version="1.0" encoding="utf-8"?>
<p:tagLst xmlns:p="http://schemas.openxmlformats.org/presentationml/2006/main">
  <p:tag name="KSO_WM_UNIT_ISCONTENTSTITLE" val="0"/>
  <p:tag name="KSO_WM_UNIT_ISNUMDGMTITLE" val="0"/>
  <p:tag name="KSO_WM_UNIT_PRESET_TEXT" val="单击此处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PA" val="v5.2.1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2*i*2"/>
  <p:tag name="KSO_WM_UNIT_LAYERLEVEL" val="1"/>
  <p:tag name="KSO_WM_TAG_VERSION" val="3.0"/>
  <p:tag name="KSO_WM_BEAUTIFY_FLAG" val="#wm#"/>
  <p:tag name="KSO_WM_UNIT_CONTENT_GROUP_TYPE" val="titlestyle"/>
  <p:tag name="PA" val="v5.2.1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6.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Lst>
</file>

<file path=ppt/tags/tag1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3.xml><?xml version="1.0" encoding="utf-8"?>
<p:tagLst xmlns:p="http://schemas.openxmlformats.org/presentationml/2006/main">
  <p:tag name="KSO_WM_BEAUTIFY_FLAG" val="#wm#"/>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4*i*4"/>
  <p:tag name="KSO_WM_UNIT_LAYERLEVEL" val="1"/>
  <p:tag name="KSO_WM_TAG_VERSION" val="3.0"/>
</p:tagLst>
</file>

<file path=ppt/tags/tag24.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25.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5*i*1"/>
  <p:tag name="KSO_WM_UNIT_LAYERLEVEL" val="1"/>
  <p:tag name="KSO_WM_TAG_VERSION" val="3.0"/>
</p:tagLst>
</file>

<file path=ppt/tags/tag3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5*i*2"/>
  <p:tag name="KSO_WM_UNIT_LAYERLEVEL" val="1"/>
  <p:tag name="KSO_WM_TAG_VERSION" val="3.0"/>
  <p:tag name="KSO_WM_BEAUTIFY_FLAG" val="#wm#"/>
  <p:tag name="KSO_WM_UNIT_CONTENT_GROUP_TYPE" val="titlestyle"/>
</p:tagLst>
</file>

<file path=ppt/tags/tag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3.0"/>
</p:tagLst>
</file>

<file path=ppt/tags/tag38.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39.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4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3.0"/>
  <p:tag name="KSO_WM_UNIT_CONTENT_GROUP_TYPE" val="titlestyle"/>
</p:tagLst>
</file>

<file path=ppt/tags/tag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4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7*i*1"/>
  <p:tag name="KSO_WM_UNIT_LAYERLEVEL" val="1"/>
  <p:tag name="KSO_WM_TAG_VERSION" val="3.0"/>
</p:tagLst>
</file>

<file path=ppt/tags/tag4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7*i*2"/>
  <p:tag name="KSO_WM_UNIT_LAYERLEVEL" val="1"/>
  <p:tag name="KSO_WM_TAG_VERSION" val="3.0"/>
  <p:tag name="KSO_WM_BEAUTIFY_FLAG" val="#wm#"/>
  <p:tag name="KSO_WM_UNIT_CONTENT_GROUP_TYPE" val="titlestyle"/>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8*i*1"/>
  <p:tag name="KSO_WM_UNIT_LAYERLEVEL" val="1"/>
  <p:tag name="KSO_WM_TAG_VERSION" val="3.0"/>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Lst>
</file>

<file path=ppt/tags/tag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3.0"/>
</p:tagLst>
</file>

<file path=ppt/tags/tag63.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6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0*i*2"/>
  <p:tag name="KSO_WM_UNIT_LAYERLEVEL" val="1"/>
  <p:tag name="KSO_WM_TAG_VERSION" val="3.0"/>
  <p:tag name="KSO_WM_BEAUTIFY_FLAG" val="#wm#"/>
  <p:tag name="KSO_WM_UNIT_CONTENT_GROUP_TYPE" val="titlestyle"/>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70.xml><?xml version="1.0" encoding="utf-8"?>
<p:tagLst xmlns:p="http://schemas.openxmlformats.org/presentationml/2006/main">
  <p:tag name="KSO_WM_UNIT_ISCONTENTSTITLE" val="0"/>
  <p:tag name="KSO_WM_UNIT_ISNUMDGMTITLE" val="0"/>
  <p:tag name="KSO_WM_UNIT_PRESET_TEXT" val="感谢您的观看与聆听"/>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71.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 name="KSO_WM_UNIT_CONTENT_GROUP_TYPE" val="titlestyle"/>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2023023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20230230"/>
</p:tagLst>
</file>

<file path=ppt/tags/tag82.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30"/>
  <p:tag name="KSO_WM_TEMPLATE_THUMBS_INDEX" val="1、11"/>
</p:tagLst>
</file>

<file path=ppt/tags/tag83.xml><?xml version="1.0" encoding="utf-8"?>
<p:tagLst xmlns:p="http://schemas.openxmlformats.org/presentationml/2006/main">
  <p:tag name="KSO_WM_BEAUTIFY_FLAG" val="#wm#"/>
  <p:tag name="KSO_WM_TEMPLATE_CATEGORY" val="custom"/>
  <p:tag name="KSO_WM_TEMPLATE_INDEX" val="20230230"/>
</p:tagLst>
</file>

<file path=ppt/tags/tag84.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30230_4*b*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DIAGRAM_GROUP_CODE" val="l1-1"/>
  <p:tag name="KSO_WM_UNIT_PRESET_TEXT_INDEX" val="-1"/>
  <p:tag name="KSO_WM_UNIT_PRESET_TEXT_LEN" val="0"/>
  <p:tag name="KSO_WM_UNIT_USESOURCEFORMAT_APPLY" val="1"/>
</p:tagLst>
</file>

<file path=ppt/tags/tag85.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4*a*1"/>
  <p:tag name="KSO_WM_TEMPLATE_CATEGORY" val="custom"/>
  <p:tag name="KSO_WM_TEMPLATE_INDEX" val="20230230"/>
  <p:tag name="KSO_WM_UNIT_LAYERLEVEL" val="1"/>
  <p:tag name="KSO_WM_TAG_VERSION" val="3.0"/>
  <p:tag name="KSO_WM_BEAUTIFY_FLAG" val="#wm#"/>
  <p:tag name="KSO_WM_DIAGRAM_GROUP_CODE" val="l1-1"/>
  <p:tag name="KSO_WM_UNIT_PRESET_TEXT_INDEX" val="-1"/>
  <p:tag name="KSO_WM_UNIT_PRESET_TEXT_LEN" val="0"/>
  <p:tag name="KSO_WM_UNIT_TEXT_FILL_FORE_SCHEMECOLOR_INDEX" val="13"/>
  <p:tag name="KSO_WM_UNIT_TEXT_FILL_TYPE" val="1"/>
  <p:tag name="KSO_WM_UNIT_USESOURCEFORMAT_APPLY" val="1"/>
</p:tagLst>
</file>

<file path=ppt/tags/tag86.xml><?xml version="1.0" encoding="utf-8"?>
<p:tagLst xmlns:p="http://schemas.openxmlformats.org/presentationml/2006/main">
  <p:tag name="KSO_WM_UNIT_LINE_FORE_SCHEMECOLOR_INDEX_BRIGHTNESS" val="0.6"/>
  <p:tag name="KSO_WM_UNIT_LINE_FORE_SCHEMECOLOR_INDEX" val="15"/>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30230_4*l_h_i*1_1_3"/>
  <p:tag name="KSO_WM_TEMPLATE_CATEGORY" val="custom"/>
  <p:tag name="KSO_WM_TEMPLATE_INDEX" val="20230230"/>
  <p:tag name="KSO_WM_UNIT_LAYERLEVEL" val="1_1_1"/>
  <p:tag name="KSO_WM_TAG_VERSION" val="3.0"/>
  <p:tag name="KSO_WM_BEAUTIFY_FLAG" val="#wm#"/>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87.xml><?xml version="1.0" encoding="utf-8"?>
<p:tagLst xmlns:p="http://schemas.openxmlformats.org/presentationml/2006/main">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30230_4*l_h_i*1_1_2"/>
  <p:tag name="KSO_WM_TEMPLATE_CATEGORY" val="custom"/>
  <p:tag name="KSO_WM_TEMPLATE_INDEX" val="20230230"/>
  <p:tag name="KSO_WM_UNIT_LAYERLEVEL" val="1_1_1"/>
  <p:tag name="KSO_WM_TAG_VERSION" val="3.0"/>
  <p:tag name="KSO_WM_BEAUTIFY_FLAG" val="#wm#"/>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230_4*l_h_i*1_1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8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1_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90.xml><?xml version="1.0" encoding="utf-8"?>
<p:tagLst xmlns:p="http://schemas.openxmlformats.org/presentationml/2006/main">
  <p:tag name="KSO_WM_UNIT_LINE_FORE_SCHEMECOLOR_INDEX_BRIGHTNESS" val="0.6"/>
  <p:tag name="KSO_WM_UNIT_LINE_FORE_SCHEMECOLOR_INDEX" val="1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30230_4*l_h_i*1_2_3"/>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9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30230_4*l_h_i*1_2_2"/>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30_4*l_h_i*1_2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9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2_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94.xml><?xml version="1.0" encoding="utf-8"?>
<p:tagLst xmlns:p="http://schemas.openxmlformats.org/presentationml/2006/main">
  <p:tag name="KSO_WM_UNIT_LINE_FORE_SCHEMECOLOR_INDEX_BRIGHTNESS" val="0.6"/>
  <p:tag name="KSO_WM_UNIT_LINE_FORE_SCHEMECOLOR_INDEX" val="1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30230_4*l_h_i*1_4_3"/>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9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30230_4*l_h_i*1_4_2"/>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230_4*l_h_i*1_4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9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4_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98.xml><?xml version="1.0" encoding="utf-8"?>
<p:tagLst xmlns:p="http://schemas.openxmlformats.org/presentationml/2006/main">
  <p:tag name="KSO_WM_UNIT_LINE_FORE_SCHEMECOLOR_INDEX_BRIGHTNESS" val="0.6"/>
  <p:tag name="KSO_WM_UNIT_LINE_FORE_SCHEMECOLOR_INDEX" val="1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30230_4*l_h_i*1_3_3"/>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9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30230_4*l_h_i*1_3_2"/>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230_4*l_h_i*1_3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10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3_1"/>
  <p:tag name="KSO_WM_DIAGRAM_VERSION" val="3"/>
  <p:tag name="KSO_WM_DIAGRAM_MAX_ITEMCNT" val="8"/>
  <p:tag name="KSO_WM_DIAGRAM_MIN_ITEMCNT" val="2"/>
  <p:tag name="KSO_WM_DIAGRAM_VIRTUALLY_FRAME" val="{&quot;height&quot;:331.10000610351557,&quot;left&quot;:-55.19998779296875,&quot;top&quot;:140.20625679076187,&quot;width&quot;:860.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102.xml><?xml version="1.0" encoding="utf-8"?>
<p:tagLst xmlns:p="http://schemas.openxmlformats.org/presentationml/2006/main">
  <p:tag name="KSO_WM_SLIDE_ID" val="custom2023023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230"/>
  <p:tag name="KSO_WM_SLIDE_LAYOUT" val="a_b_l"/>
  <p:tag name="KSO_WM_SLIDE_LAYOUT_CNT" val="1_1_1"/>
  <p:tag name="KSO_WM_SLIDE_TYPE" val="contents"/>
  <p:tag name="KSO_WM_SLIDE_SUBTYPE" val="diag"/>
  <p:tag name="KSO_WM_DIAGRAM_GROUP_CODE" val="l1-1"/>
  <p:tag name="KSO_WM_SLIDE_DIAGTYPE" val="l"/>
</p:tagLst>
</file>

<file path=ppt/tags/tag103.xml><?xml version="1.0" encoding="utf-8"?>
<p:tagLst xmlns:p="http://schemas.openxmlformats.org/presentationml/2006/main">
  <p:tag name="KSO_WM_UNIT_INDEX" val="8"/>
  <p:tag name="KSO_WM_UNIT_TYPE" val="f"/>
  <p:tag name="KSO_WM_UNIT_SUBTYPE" val="a"/>
  <p:tag name="KSO_WM_BEAUTIFY_FLAG" val="#wm#"/>
</p:tagLst>
</file>

<file path=ppt/tags/tag104.xml><?xml version="1.0" encoding="utf-8"?>
<p:tagLst xmlns:p="http://schemas.openxmlformats.org/presentationml/2006/main">
  <p:tag name="KSO_WM_UNIT_INDEX" val="1"/>
  <p:tag name="KSO_WM_UNIT_TYPE" val="a"/>
  <p:tag name="KSO_WM_BEAUTIFY_FLAG" val="#wm#"/>
</p:tagLst>
</file>

<file path=ppt/tags/tag105.xml><?xml version="1.0" encoding="utf-8"?>
<p:tagLst xmlns:p="http://schemas.openxmlformats.org/presentationml/2006/main">
  <p:tag name="KSO_WM_SLIDE_TYPE" val="text"/>
  <p:tag name="KSO_WM_BEAUTIFY_FLAG" val="#wm#"/>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TEMPLATE_CATEGORY" val="custom"/>
  <p:tag name="KSO_WM_TEMPLATE_INDEX" val="20230230"/>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 name="KSO_WM_SLIDE_THEME_ID" val="3302458"/>
  <p:tag name="KSO_WM_SLIDE_THEME_NAME" val="白色简约立体风"/>
</p:tagLst>
</file>

<file path=ppt/tags/tag106.xml><?xml version="1.0" encoding="utf-8"?>
<p:tagLst xmlns:p="http://schemas.openxmlformats.org/presentationml/2006/main">
  <p:tag name="KSO_WM_BEAUTIFY_FLAG" val="#wm#"/>
  <p:tag name="KSO_WM_TEMPLATE_CATEGORY" val="custom"/>
  <p:tag name="KSO_WM_TEMPLATE_INDEX" val="20230230"/>
</p:tagLst>
</file>

<file path=ppt/tags/tag107.xml><?xml version="1.0" encoding="utf-8"?>
<p:tagLst xmlns:p="http://schemas.openxmlformats.org/presentationml/2006/main">
  <p:tag name="KSO_WM_UNIT_INDEX" val="1"/>
  <p:tag name="KSO_WM_UNIT_TYPE" val="a"/>
  <p:tag name="KSO_WM_BEAUTIFY_FLAG" val="#wm#"/>
</p:tagLst>
</file>

<file path=ppt/tags/tag108.xml><?xml version="1.0" encoding="utf-8"?>
<p:tagLst xmlns:p="http://schemas.openxmlformats.org/presentationml/2006/main">
  <p:tag name="KSO_WM_SLIDE_TYPE" val="text"/>
  <p:tag name="KSO_WM_BEAUTIFY_FLAG" val="#wm#"/>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TEMPLATE_CATEGORY" val="custom"/>
  <p:tag name="KSO_WM_TEMPLATE_INDEX" val="20230230"/>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Lst>
</file>

<file path=ppt/tags/tag109.xml><?xml version="1.0" encoding="utf-8"?>
<p:tagLst xmlns:p="http://schemas.openxmlformats.org/presentationml/2006/main">
  <p:tag name="KSO_WM_BEAUTIFY_FLAG" val="#wm#"/>
  <p:tag name="KSO_WM_TEMPLATE_CATEGORY" val="custom"/>
  <p:tag name="KSO_WM_TEMPLATE_INDEX" val="20230230"/>
</p:tagLst>
</file>

<file path=ppt/tags/tag110.xml><?xml version="1.0" encoding="utf-8"?>
<p:tagLst xmlns:p="http://schemas.openxmlformats.org/presentationml/2006/main">
  <p:tag name="KSO_WM_UNIT_INDEX" val="2"/>
  <p:tag name="KSO_WM_UNIT_TYPE" val="j"/>
  <p:tag name="KSO_WM_BEAUTIFY_FLAG" val="#wm#"/>
</p:tagLst>
</file>

<file path=ppt/tags/tag111.xml><?xml version="1.0" encoding="utf-8"?>
<p:tagLst xmlns:p="http://schemas.openxmlformats.org/presentationml/2006/main">
  <p:tag name="KSO_WM_UNIT_INDEX" val="3"/>
  <p:tag name="KSO_WM_UNIT_TYPE" val="j"/>
  <p:tag name="KSO_WM_BEAUTIFY_FLAG" val="#wm#"/>
</p:tagLst>
</file>

<file path=ppt/tags/tag112.xml><?xml version="1.0" encoding="utf-8"?>
<p:tagLst xmlns:p="http://schemas.openxmlformats.org/presentationml/2006/main">
  <p:tag name="KSO_WM_UNIT_INDEX" val="1"/>
  <p:tag name="KSO_WM_UNIT_TYPE" val="a"/>
  <p:tag name="KSO_WM_BEAUTIFY_FLAG" val="#wm#"/>
</p:tagLst>
</file>

<file path=ppt/tags/tag113.xml><?xml version="1.0" encoding="utf-8"?>
<p:tagLst xmlns:p="http://schemas.openxmlformats.org/presentationml/2006/main">
  <p:tag name="KSO_WM_SLIDE_TYPE" val="text"/>
  <p:tag name="KSO_WM_BEAUTIFY_FLAG" val="#wm#"/>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TEMPLATE_CATEGORY" val="custom"/>
  <p:tag name="KSO_WM_TEMPLATE_INDEX" val="20230230"/>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Lst>
</file>

<file path=ppt/tags/tag114.xml><?xml version="1.0" encoding="utf-8"?>
<p:tagLst xmlns:p="http://schemas.openxmlformats.org/presentationml/2006/main">
  <p:tag name="KSO_WM_UNIT_INDEX" val="1"/>
  <p:tag name="KSO_WM_UNIT_TYPE" val="j"/>
  <p:tag name="KSO_WM_BEAUTIFY_FLAG" val="#wm#"/>
</p:tagLst>
</file>

<file path=ppt/tags/tag115.xml><?xml version="1.0" encoding="utf-8"?>
<p:tagLst xmlns:p="http://schemas.openxmlformats.org/presentationml/2006/main">
  <p:tag name="KSO_WM_SLIDE_TYPE" val="text"/>
  <p:tag name="KSO_WM_BEAUTIFY_FLAG" val="#wm#"/>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TEMPLATE_CATEGORY" val="custom"/>
  <p:tag name="KSO_WM_TEMPLATE_INDEX" val="20230230"/>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Lst>
</file>

<file path=ppt/tags/tag116.xml><?xml version="1.0" encoding="utf-8"?>
<p:tagLst xmlns:p="http://schemas.openxmlformats.org/presentationml/2006/main">
  <p:tag name="KSO_WM_BEAUTIFY_FLAG" val="#wm#"/>
  <p:tag name="KSO_WM_TEMPLATE_CATEGORY" val="custom"/>
  <p:tag name="KSO_WM_TEMPLATE_INDEX" val="20230230"/>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自定义 13">
      <a:majorFont>
        <a:latin typeface="MiSans Heavy"/>
        <a:ea typeface="MiSans Heavy"/>
        <a:cs typeface=""/>
      </a:majorFont>
      <a:minorFont>
        <a:latin typeface="MiSans Light"/>
        <a:ea typeface="MiSans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1106</Words>
  <Application>WPS 演示</Application>
  <PresentationFormat/>
  <Paragraphs>94</Paragraphs>
  <Slides>9</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9</vt:i4>
      </vt:variant>
    </vt:vector>
  </HeadingPairs>
  <TitlesOfParts>
    <vt:vector size="24" baseType="lpstr">
      <vt:lpstr>Arial</vt:lpstr>
      <vt:lpstr>宋体</vt:lpstr>
      <vt:lpstr>Wingdings</vt:lpstr>
      <vt:lpstr>MiSans Heavy</vt:lpstr>
      <vt:lpstr>Wingdings</vt:lpstr>
      <vt:lpstr>Times New Roman</vt:lpstr>
      <vt:lpstr>微软雅黑</vt:lpstr>
      <vt:lpstr>Arial Unicode MS</vt:lpstr>
      <vt:lpstr>MiSans Light</vt:lpstr>
      <vt:lpstr>Segoe Print</vt:lpstr>
      <vt:lpstr>Calibri</vt:lpstr>
      <vt:lpstr>MiSans Heavy</vt:lpstr>
      <vt:lpstr>默认设计模板</vt:lpstr>
      <vt:lpstr>1_默认设计模板</vt:lpstr>
      <vt:lpstr>1_Office 主题</vt:lpstr>
      <vt:lpstr>考研复试指南</vt:lpstr>
      <vt:lpstr>目录</vt:lpstr>
      <vt:lpstr>2025武汉大学国家网络安全学院-笔试题目</vt:lpstr>
      <vt:lpstr>PowerPoint 演示文稿</vt:lpstr>
      <vt:lpstr>笔试学习指南</vt:lpstr>
      <vt:lpstr>笔试学习指南</vt:lpstr>
      <vt:lpstr>2025武汉大学国家网络安全学院-机试题目</vt:lpstr>
      <vt:lpstr>PowerPoint 演示文稿</vt:lpstr>
      <vt:lpstr>机试学习指南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universe</dc:creator>
  <cp:lastModifiedBy>聂紫彤</cp:lastModifiedBy>
  <cp:revision>10</cp:revision>
  <dcterms:created xsi:type="dcterms:W3CDTF">2025-03-31T00:45:00Z</dcterms:created>
  <dcterms:modified xsi:type="dcterms:W3CDTF">2025-12-22T12:32:53Z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52F879F883B94E6D8AEB66FCDCF380F3_13</vt:lpwstr>
  </property>
</Properties>
</file>